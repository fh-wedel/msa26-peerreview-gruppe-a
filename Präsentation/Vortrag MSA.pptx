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C_4D0374E3.xml" ContentType="application/vnd.ms-powerpoint.comments+xml"/>
  <Override PartName="/ppt/comments/modernComment_12A_B94F1C1.xml" ContentType="application/vnd.ms-powerpoint.comments+xml"/>
  <Override PartName="/ppt/comments/modernComment_10E_7A37E56A.xml" ContentType="application/vnd.ms-powerpoint.comments+xml"/>
  <Override PartName="/ppt/comments/modernComment_11F_51D17F4.xml" ContentType="application/vnd.ms-powerpoint.comments+xml"/>
  <Override PartName="/ppt/comments/modernComment_12B_381F8E9D.xml" ContentType="application/vnd.ms-powerpoint.comments+xml"/>
  <Override PartName="/ppt/comments/modernComment_129_45F09B24.xml" ContentType="application/vnd.ms-powerpoint.comments+xml"/>
  <Override PartName="/ppt/comments/modernComment_122_1A2BD492.xml" ContentType="application/vnd.ms-powerpoint.comments+xml"/>
  <Override PartName="/ppt/comments/modernComment_123_C0DE8A4E.xml" ContentType="application/vnd.ms-powerpoint.comments+xml"/>
  <Override PartName="/ppt/comments/modernComment_125_139C347D.xml" ContentType="application/vnd.ms-powerpoint.comments+xml"/>
  <Override PartName="/ppt/comments/modernComment_126_7DF3E4E0.xml" ContentType="application/vnd.ms-powerpoint.comments+xml"/>
  <Override PartName="/ppt/notesSlides/notesSlide1.xml" ContentType="application/vnd.openxmlformats-officedocument.presentationml.notesSlide+xml"/>
  <Override PartName="/ppt/comments/modernComment_127_9016D66.xml" ContentType="application/vnd.ms-powerpoint.comments+xml"/>
  <Override PartName="/ppt/notesSlides/notesSlide2.xml" ContentType="application/vnd.openxmlformats-officedocument.presentationml.notesSlide+xml"/>
  <Override PartName="/ppt/comments/modernComment_128_BDB886FC.xml" ContentType="application/vnd.ms-powerpoint.comments+xml"/>
  <Override PartName="/ppt/comments/modernComment_114_F661B9B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32" r:id="rId4"/>
  </p:sldMasterIdLst>
  <p:notesMasterIdLst>
    <p:notesMasterId r:id="rId22"/>
  </p:notesMasterIdLst>
  <p:sldIdLst>
    <p:sldId id="256" r:id="rId5"/>
    <p:sldId id="266" r:id="rId6"/>
    <p:sldId id="268" r:id="rId7"/>
    <p:sldId id="298" r:id="rId8"/>
    <p:sldId id="270" r:id="rId9"/>
    <p:sldId id="301" r:id="rId10"/>
    <p:sldId id="300" r:id="rId11"/>
    <p:sldId id="287" r:id="rId12"/>
    <p:sldId id="299" r:id="rId13"/>
    <p:sldId id="297" r:id="rId14"/>
    <p:sldId id="290" r:id="rId15"/>
    <p:sldId id="291" r:id="rId16"/>
    <p:sldId id="293" r:id="rId17"/>
    <p:sldId id="294" r:id="rId18"/>
    <p:sldId id="295" r:id="rId19"/>
    <p:sldId id="296"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43405-D0FC-8FB3-3057-155A16427885}" name="Gideon Gyebi" initials="GG" userId="S::stud106968@fh-wedel.de::37b8321b-b94c-4907-a95f-053b06f9b3cb" providerId="AD"/>
  <p188:author id="{D16D9893-DF25-F896-CF87-1F07C67ED9CD}" name="Marcel Ossig" initials="MO" userId="S::stud106970@fh-wedel.de::e85356a5-1e49-4b4f-86fc-b623b95892db" providerId="AD"/>
  <p188:author id="{A84DFFA0-A9CF-C7BA-A89C-0EAB20EB8FEF}" name="Matthias Matthies" initials="MM" userId="S::stud106971@fh-wedel.de::b79a1f73-49db-4282-93f6-09da86691ad6" providerId="AD"/>
  <p188:author id="{5D9973EB-5780-2C82-6D09-BE7E998A9C90}" name="Luca Jannsen" initials="LJ" userId="S::stud107091@fh-wedel.de::d7a6ee64-ca90-4a4e-a0c4-ea636ea6f0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8D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74EF5-20E3-D332-6708-BCB29BCB96E3}" v="3" dt="2026-07-15T19:56:34.810"/>
    <p1510:client id="{1D6AF5D9-AD92-05DD-EC8A-58952523910F}" v="141" dt="2026-07-15T16:21:42.779"/>
    <p1510:client id="{36B1260D-81E7-C515-442F-7FC97D006543}" v="12" dt="2026-07-16T13:42:09.310"/>
    <p1510:client id="{373DC761-A94B-4E63-D9B1-43CD9C8F857E}" v="2" dt="2026-07-15T19:34:06.960"/>
    <p1510:client id="{778ADDFE-A7FB-1132-2340-C406A2B73891}" v="35" dt="2026-07-15T16:13:01.024"/>
    <p1510:client id="{B096B764-6451-2958-52DB-3F847EC9B643}" v="31" dt="2026-07-15T19:33:06.104"/>
    <p1510:client id="{C74D7BF0-47A9-E15C-CF89-F23A1A44CB83}" v="1" dt="2026-07-15T16:03:31.181"/>
    <p1510:client id="{EC3209BB-573B-165E-438D-7489D80F4633}" v="24" dt="2026-07-15T16:06:44.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26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comments/modernComment_10C_4D0374E3.xml><?xml version="1.0" encoding="utf-8"?>
<p188:cmLst xmlns:a="http://schemas.openxmlformats.org/drawingml/2006/main" xmlns:r="http://schemas.openxmlformats.org/officeDocument/2006/relationships" xmlns:p188="http://schemas.microsoft.com/office/powerpoint/2018/8/main">
  <p188:cm id="{75A1F130-7667-4D8B-A621-31517AA3C326}" authorId="{67A43405-D0FC-8FB3-3057-155A16427885}" created="2026-07-15T15:19:48.214">
    <pc:sldMkLst xmlns:pc="http://schemas.microsoft.com/office/powerpoint/2013/main/command">
      <pc:docMk/>
      <pc:sldMk cId="1292072163" sldId="268"/>
    </pc:sldMkLst>
    <p188:txBody>
      <a:bodyPr/>
      <a:lstStyle/>
      <a:p>
        <a:r>
          <a:rPr lang="de-DE"/>
          <a:t>Gideon 1 min</a:t>
        </a:r>
      </a:p>
    </p188:txBody>
  </p188:cm>
</p188:cmLst>
</file>

<file path=ppt/comments/modernComment_10E_7A37E56A.xml><?xml version="1.0" encoding="utf-8"?>
<p188:cmLst xmlns:a="http://schemas.openxmlformats.org/drawingml/2006/main" xmlns:r="http://schemas.openxmlformats.org/officeDocument/2006/relationships" xmlns:p188="http://schemas.microsoft.com/office/powerpoint/2018/8/main">
  <p188:cm id="{91D9FFE1-2B58-4BF6-9F44-9ECE802B5C74}" authorId="{5D9973EB-5780-2C82-6D09-BE7E998A9C90}" created="2026-07-12T07:50:05.998">
    <pc:sldMkLst xmlns:pc="http://schemas.microsoft.com/office/powerpoint/2013/main/command">
      <pc:docMk/>
      <pc:sldMk cId="2050483562" sldId="270"/>
    </pc:sldMkLst>
    <p188:replyLst>
      <p188:reply id="{8C612B4C-0BA9-4D9B-AEBA-4D5678F0EE9E}" authorId="{D16D9893-DF25-F896-CF87-1F07C67ED9CD}" created="2026-07-14T18:06:03.938">
        <p188:txBody>
          <a:bodyPr/>
          <a:lstStyle/>
          <a:p>
            <a:r>
              <a:rPr lang="de-DE"/>
              <a:t>Kannst gerne auch 3-4 Minuten machen. Haben ja doch 20-25 minuten, insbeonsder vor dem Hintergrund, dass es ja mit der Hauptpunkt der arbeit ist.
SOwas wie Micrsovicres, Aufteilung in Domains, Gerne uach die Unterscheidung in Basis Services und so (Vorlesung und auch Paper), und unbedingt auch ein-zzwei sätze was macht welcher service. Vielleicht einmal so ein "Workflow" was passiert idealerweise im durchlauf</a:t>
            </a:r>
          </a:p>
        </p188:txBody>
      </p188:reply>
    </p188:replyLst>
    <p188:txBody>
      <a:bodyPr/>
      <a:lstStyle/>
      <a:p>
        <a:r>
          <a:rPr lang="en-US"/>
          <a:t>Luca - 2 min</a:t>
        </a:r>
      </a:p>
    </p188:txBody>
  </p188:cm>
</p188:cmLst>
</file>

<file path=ppt/comments/modernComment_11F_51D17F4.xml><?xml version="1.0" encoding="utf-8"?>
<p188:cmLst xmlns:a="http://schemas.openxmlformats.org/drawingml/2006/main" xmlns:r="http://schemas.openxmlformats.org/officeDocument/2006/relationships" xmlns:p188="http://schemas.microsoft.com/office/powerpoint/2018/8/main">
  <p188:cm id="{AB7BA276-44DF-4821-8A7E-C75565AC24A4}" authorId="{D16D9893-DF25-F896-CF87-1F07C67ED9CD}" created="2026-07-12T13:07:01.539">
    <ac:deMkLst xmlns:ac="http://schemas.microsoft.com/office/drawing/2013/main/command">
      <pc:docMk xmlns:pc="http://schemas.microsoft.com/office/powerpoint/2013/main/command"/>
      <pc:sldMk xmlns:pc="http://schemas.microsoft.com/office/powerpoint/2013/main/command" cId="85792756" sldId="287"/>
      <ac:spMk id="3" creationId="{4E5C1E3D-F28B-2706-BDF0-ACF95728E60D}"/>
    </ac:deMkLst>
    <p188:txBody>
      <a:bodyPr/>
      <a:lstStyle/>
      <a:p>
        <a:r>
          <a:rPr lang="de-DE"/>
          <a:t>Marcel 3min</a:t>
        </a:r>
      </a:p>
    </p188:txBody>
  </p188:cm>
</p188:cmLst>
</file>

<file path=ppt/comments/modernComment_12A_B94F1C1.xml><?xml version="1.0" encoding="utf-8"?>
<p188:cmLst xmlns:a="http://schemas.openxmlformats.org/drawingml/2006/main" xmlns:r="http://schemas.openxmlformats.org/officeDocument/2006/relationships" xmlns:p188="http://schemas.microsoft.com/office/powerpoint/2018/8/main">
  <p188:cm id="{10D0E61B-2761-47F2-9752-DFBEBCF9EDB9}" authorId="{A84DFFA0-A9CF-C7BA-A89C-0EAB20EB8FEF}" created="2026-07-14T15:24:59.991">
    <pc:sldMkLst xmlns:pc="http://schemas.microsoft.com/office/powerpoint/2013/main/command">
      <pc:docMk/>
      <pc:sldMk cId="194310593" sldId="298"/>
    </pc:sldMkLst>
    <p188:replyLst>
      <p188:reply id="{7D444DC6-9DB3-4659-9FBE-F3DFDD2405C3}" authorId="{A84DFFA0-A9CF-C7BA-A89C-0EAB20EB8FEF}" created="2026-07-14T15:25:10.085">
        <p188:txBody>
          <a:bodyPr/>
          <a:lstStyle/>
          <a:p>
            <a:r>
              <a:rPr lang="en-US"/>
              <a:t> (1-2 min)</a:t>
            </a:r>
          </a:p>
        </p188:txBody>
      </p188:reply>
    </p188:replyLst>
    <p188:txBody>
      <a:bodyPr/>
      <a:lstStyle/>
      <a:p>
        <a:r>
          <a:rPr lang="en-US"/>
          <a:t>Matthias</a:t>
        </a:r>
      </a:p>
    </p188:txBody>
  </p188:cm>
</p188:cmLst>
</file>

<file path=ppt/comments/modernComment_12B_381F8E9D.xml><?xml version="1.0" encoding="utf-8"?>
<p188:cmLst xmlns:a="http://schemas.openxmlformats.org/drawingml/2006/main" xmlns:r="http://schemas.openxmlformats.org/officeDocument/2006/relationships" xmlns:p188="http://schemas.microsoft.com/office/powerpoint/2018/8/main">
  <p188:cm id="{36B32FC5-CA8C-4FA4-8248-E4C5940CF174}" authorId="{D16D9893-DF25-F896-CF87-1F07C67ED9CD}" created="2026-07-12T13:06:42.195">
    <pc:sldMkLst xmlns:pc="http://schemas.microsoft.com/office/powerpoint/2013/main/command">
      <pc:docMk/>
      <pc:sldMk cId="941592221" sldId="299"/>
    </pc:sldMkLst>
    <p188:replyLst>
      <p188:reply id="{4339CA5B-98B2-485B-857E-C267F6F60B86}" authorId="{D16D9893-DF25-F896-CF87-1F07C67ED9CD}" created="2026-07-12T13:07:10.758">
        <p188:txBody>
          <a:bodyPr/>
          <a:lstStyle/>
          <a:p>
            <a:r>
              <a:rPr lang="de-DE"/>
              <a:t>2 min</a:t>
            </a:r>
          </a:p>
        </p188:txBody>
      </p188:reply>
    </p188:replyLst>
    <p188:txBody>
      <a:bodyPr/>
      <a:lstStyle/>
      <a:p>
        <a:r>
          <a:rPr lang="de-DE"/>
          <a:t>Marcel</a:t>
        </a:r>
      </a:p>
    </p188:txBody>
  </p188:cm>
</p188:cmLst>
</file>

<file path=ppt/comments/modernComment_114_F661B9B4.xml><?xml version="1.0" encoding="utf-8"?>
<p188:cmLst xmlns:a="http://schemas.openxmlformats.org/drawingml/2006/main" xmlns:r="http://schemas.openxmlformats.org/officeDocument/2006/relationships" xmlns:p188="http://schemas.microsoft.com/office/powerpoint/2018/8/main">
  <p188:cm id="{E03ACAA4-93E0-470C-AD47-1DAF2D9DF241}" authorId="{A84DFFA0-A9CF-C7BA-A89C-0EAB20EB8FEF}" created="2026-07-14T16:58:30.620">
    <pc:sldMkLst xmlns:pc="http://schemas.microsoft.com/office/powerpoint/2013/main/command">
      <pc:docMk/>
      <pc:sldMk cId="4133599668" sldId="276"/>
    </pc:sldMkLst>
    <p188:txBody>
      <a:bodyPr/>
      <a:lstStyle/>
      <a:p>
        <a:r>
          <a:rPr lang="en-US"/>
          <a:t>(2-3min)
(Matthias)</a:t>
        </a:r>
      </a:p>
    </p188:txBody>
  </p188:cm>
</p188:cmLst>
</file>

<file path=ppt/comments/modernComment_122_1A2BD492.xml><?xml version="1.0" encoding="utf-8"?>
<p188:cmLst xmlns:a="http://schemas.openxmlformats.org/drawingml/2006/main" xmlns:r="http://schemas.openxmlformats.org/officeDocument/2006/relationships" xmlns:p188="http://schemas.microsoft.com/office/powerpoint/2018/8/main">
  <p188:cm id="{CB276C49-E89B-4783-8F6C-0745DF241159}" authorId="{A84DFFA0-A9CF-C7BA-A89C-0EAB20EB8FEF}" created="2026-07-14T15:25:22.039">
    <ac:deMkLst xmlns:ac="http://schemas.microsoft.com/office/drawing/2013/main/command">
      <pc:docMk xmlns:pc="http://schemas.microsoft.com/office/powerpoint/2013/main/command"/>
      <pc:sldMk xmlns:pc="http://schemas.microsoft.com/office/powerpoint/2013/main/command" cId="439080082" sldId="290"/>
      <ac:spMk id="2" creationId="{C254DEED-3CCB-D499-E549-3C242CAF2B9D}"/>
    </ac:deMkLst>
    <p188:txBody>
      <a:bodyPr/>
      <a:lstStyle/>
      <a:p>
        <a:r>
          <a:rPr lang="en-US"/>
          <a:t> (0,75 - 1 min) (Matthias)</a:t>
        </a:r>
      </a:p>
    </p188:txBody>
  </p188:cm>
</p188:cmLst>
</file>

<file path=ppt/comments/modernComment_123_C0DE8A4E.xml><?xml version="1.0" encoding="utf-8"?>
<p188:cmLst xmlns:a="http://schemas.openxmlformats.org/drawingml/2006/main" xmlns:r="http://schemas.openxmlformats.org/officeDocument/2006/relationships" xmlns:p188="http://schemas.microsoft.com/office/powerpoint/2018/8/main">
  <p188:cm id="{782C404E-91DA-4525-9F7C-98C85451871F}" authorId="{A84DFFA0-A9CF-C7BA-A89C-0EAB20EB8FEF}" created="2026-07-14T15:25:28.086">
    <ac:deMkLst xmlns:ac="http://schemas.microsoft.com/office/drawing/2013/main/command">
      <pc:docMk xmlns:pc="http://schemas.microsoft.com/office/powerpoint/2013/main/command"/>
      <pc:sldMk xmlns:pc="http://schemas.microsoft.com/office/powerpoint/2013/main/command" cId="3235809870" sldId="291"/>
      <ac:spMk id="2" creationId="{C254DEED-3CCB-D499-E549-3C242CAF2B9D}"/>
    </ac:deMkLst>
    <p188:txBody>
      <a:bodyPr/>
      <a:lstStyle/>
      <a:p>
        <a:r>
          <a:rPr lang="en-US"/>
          <a:t>(1 min) (Matthias)</a:t>
        </a:r>
      </a:p>
    </p188:txBody>
  </p188:cm>
</p188:cmLst>
</file>

<file path=ppt/comments/modernComment_125_139C347D.xml><?xml version="1.0" encoding="utf-8"?>
<p188:cmLst xmlns:a="http://schemas.openxmlformats.org/drawingml/2006/main" xmlns:r="http://schemas.openxmlformats.org/officeDocument/2006/relationships" xmlns:p188="http://schemas.microsoft.com/office/powerpoint/2018/8/main">
  <p188:cm id="{81E3B368-87B4-420B-A3D3-B263391BFF21}" authorId="{D16D9893-DF25-F896-CF87-1F07C67ED9CD}" created="2026-07-12T13:07:34.899">
    <ac:deMkLst xmlns:ac="http://schemas.microsoft.com/office/drawing/2013/main/command">
      <pc:docMk xmlns:pc="http://schemas.microsoft.com/office/powerpoint/2013/main/command"/>
      <pc:sldMk xmlns:pc="http://schemas.microsoft.com/office/powerpoint/2013/main/command" cId="329004157" sldId="293"/>
      <ac:spMk id="2" creationId="{C254DEED-3CCB-D499-E549-3C242CAF2B9D}"/>
    </ac:deMkLst>
    <p188:txBody>
      <a:bodyPr/>
      <a:lstStyle/>
      <a:p>
        <a:r>
          <a:rPr lang="de-DE"/>
          <a:t>Marcel 2 min</a:t>
        </a:r>
      </a:p>
    </p188:txBody>
  </p188:cm>
</p188:cmLst>
</file>

<file path=ppt/comments/modernComment_126_7DF3E4E0.xml><?xml version="1.0" encoding="utf-8"?>
<p188:cmLst xmlns:a="http://schemas.openxmlformats.org/drawingml/2006/main" xmlns:r="http://schemas.openxmlformats.org/officeDocument/2006/relationships" xmlns:p188="http://schemas.microsoft.com/office/powerpoint/2018/8/main">
  <p188:cm id="{CBE9F39C-7D68-41DA-961F-6BAC537971EA}" authorId="{5D9973EB-5780-2C82-6D09-BE7E998A9C90}" created="2026-07-12T08:26:51.348">
    <pc:sldMkLst xmlns:pc="http://schemas.microsoft.com/office/powerpoint/2013/main/command">
      <pc:docMk/>
      <pc:sldMk cId="2113135840" sldId="294"/>
    </pc:sldMkLst>
    <p188:txBody>
      <a:bodyPr/>
      <a:lstStyle/>
      <a:p>
        <a:r>
          <a:rPr lang="en-US"/>
          <a:t>Luca - 3 min</a:t>
        </a:r>
      </a:p>
    </p188:txBody>
  </p188:cm>
</p188:cmLst>
</file>

<file path=ppt/comments/modernComment_127_9016D66.xml><?xml version="1.0" encoding="utf-8"?>
<p188:cmLst xmlns:a="http://schemas.openxmlformats.org/drawingml/2006/main" xmlns:r="http://schemas.openxmlformats.org/officeDocument/2006/relationships" xmlns:p188="http://schemas.microsoft.com/office/powerpoint/2018/8/main">
  <p188:cm id="{5145548E-51BB-48C9-9E15-889B882DBBD1}" authorId="{67A43405-D0FC-8FB3-3057-155A16427885}" created="2026-07-15T15:19:26.854">
    <ac:deMkLst xmlns:ac="http://schemas.microsoft.com/office/drawing/2013/main/command">
      <pc:docMk xmlns:pc="http://schemas.microsoft.com/office/powerpoint/2013/main/command"/>
      <pc:sldMk xmlns:pc="http://schemas.microsoft.com/office/powerpoint/2013/main/command" cId="151088486" sldId="295"/>
      <ac:spMk id="2" creationId="{C254DEED-3CCB-D499-E549-3C242CAF2B9D}"/>
    </ac:deMkLst>
    <p188:txBody>
      <a:bodyPr/>
      <a:lstStyle/>
      <a:p>
        <a:r>
          <a:rPr lang="de-DE"/>
          <a:t>Gideon 2min</a:t>
        </a:r>
      </a:p>
    </p188:txBody>
  </p188:cm>
</p188:cmLst>
</file>

<file path=ppt/comments/modernComment_128_BDB886FC.xml><?xml version="1.0" encoding="utf-8"?>
<p188:cmLst xmlns:a="http://schemas.openxmlformats.org/drawingml/2006/main" xmlns:r="http://schemas.openxmlformats.org/officeDocument/2006/relationships" xmlns:p188="http://schemas.microsoft.com/office/powerpoint/2018/8/main">
  <p188:cm id="{39ACFD0B-3E3E-47E1-9D9F-A9044CFBBC58}" authorId="{67A43405-D0FC-8FB3-3057-155A16427885}" created="2026-07-15T15:19:07.776">
    <ac:deMkLst xmlns:ac="http://schemas.microsoft.com/office/drawing/2013/main/command">
      <pc:docMk xmlns:pc="http://schemas.microsoft.com/office/powerpoint/2013/main/command"/>
      <pc:sldMk xmlns:pc="http://schemas.microsoft.com/office/powerpoint/2013/main/command" cId="3182987004" sldId="296"/>
      <ac:spMk id="2" creationId="{C254DEED-3CCB-D499-E549-3C242CAF2B9D}"/>
    </ac:deMkLst>
    <p188:txBody>
      <a:bodyPr/>
      <a:lstStyle/>
      <a:p>
        <a:r>
          <a:rPr lang="de-DE"/>
          <a:t>Gideon 2min</a:t>
        </a:r>
      </a:p>
    </p188:txBody>
  </p188:cm>
</p188:cmLst>
</file>

<file path=ppt/comments/modernComment_129_45F09B24.xml><?xml version="1.0" encoding="utf-8"?>
<p188:cmLst xmlns:a="http://schemas.openxmlformats.org/drawingml/2006/main" xmlns:r="http://schemas.openxmlformats.org/officeDocument/2006/relationships" xmlns:p188="http://schemas.microsoft.com/office/powerpoint/2018/8/main">
  <p188:cm id="{BB5A1A21-E68D-479A-8C32-5E6892F18CF4}" authorId="{5D9973EB-5780-2C82-6D09-BE7E998A9C90}" created="2026-07-12T08:27:17.911">
    <pc:sldMkLst xmlns:pc="http://schemas.microsoft.com/office/powerpoint/2013/main/command">
      <pc:docMk/>
      <pc:sldMk cId="1173396260" sldId="297"/>
    </pc:sldMkLst>
    <p188:txBody>
      <a:bodyPr/>
      <a:lstStyle/>
      <a:p>
        <a:r>
          <a:rPr lang="en-US"/>
          <a:t>Luca - 1 min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8208A-EA1F-4F04-9BF4-34A3D55DD8EB}" type="datetimeFigureOut">
              <a:rPr lang="de-DE" smtClean="0"/>
              <a:t>16.07.2026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041EAD-8C33-4B07-A9FA-B9AAFE74C543}" type="slidenum">
              <a:rPr lang="de-DE" smtClean="0"/>
              <a:t>‹Nr.›</a:t>
            </a:fld>
            <a:endParaRPr lang="de-DE"/>
          </a:p>
        </p:txBody>
      </p:sp>
    </p:spTree>
    <p:extLst>
      <p:ext uri="{BB962C8B-B14F-4D97-AF65-F5344CB8AC3E}">
        <p14:creationId xmlns:p14="http://schemas.microsoft.com/office/powerpoint/2010/main" val="353911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err="1">
                <a:latin typeface="Calibri"/>
                <a:ea typeface="Calibri"/>
                <a:cs typeface="Calibri"/>
              </a:rPr>
              <a:t>Nennen</a:t>
            </a:r>
            <a:r>
              <a:rPr lang="en-US">
                <a:latin typeface="Calibri"/>
                <a:ea typeface="Calibri"/>
                <a:cs typeface="Calibri"/>
              </a:rPr>
              <a:t>. </a:t>
            </a:r>
            <a:r>
              <a:rPr lang="en-US" err="1">
                <a:latin typeface="Calibri"/>
                <a:ea typeface="Calibri"/>
                <a:cs typeface="Calibri"/>
              </a:rPr>
              <a:t>Welceh</a:t>
            </a:r>
            <a:r>
              <a:rPr lang="en-US">
                <a:latin typeface="Calibri"/>
                <a:ea typeface="Calibri"/>
                <a:cs typeface="Calibri"/>
              </a:rPr>
              <a:t> Features </a:t>
            </a:r>
            <a:r>
              <a:rPr lang="en-US" err="1">
                <a:latin typeface="Calibri"/>
                <a:ea typeface="Calibri"/>
                <a:cs typeface="Calibri"/>
              </a:rPr>
              <a:t>umgesetzt</a:t>
            </a:r>
            <a:r>
              <a:rPr lang="en-US">
                <a:latin typeface="Calibri"/>
                <a:ea typeface="Calibri"/>
                <a:cs typeface="Calibri"/>
              </a:rPr>
              <a:t> </a:t>
            </a:r>
            <a:r>
              <a:rPr lang="en-US" err="1">
                <a:latin typeface="Calibri"/>
                <a:ea typeface="Calibri"/>
                <a:cs typeface="Calibri"/>
              </a:rPr>
              <a:t>wurden</a:t>
            </a:r>
          </a:p>
        </p:txBody>
      </p:sp>
      <p:sp>
        <p:nvSpPr>
          <p:cNvPr id="4" name="Foliennummernplatzhalter 3"/>
          <p:cNvSpPr>
            <a:spLocks noGrp="1"/>
          </p:cNvSpPr>
          <p:nvPr>
            <p:ph type="sldNum" sz="quarter" idx="5"/>
          </p:nvPr>
        </p:nvSpPr>
        <p:spPr/>
        <p:txBody>
          <a:bodyPr/>
          <a:lstStyle/>
          <a:p>
            <a:fld id="{40041EAD-8C33-4B07-A9FA-B9AAFE74C543}" type="slidenum">
              <a:rPr lang="de-DE" smtClean="0"/>
              <a:t>15</a:t>
            </a:fld>
            <a:endParaRPr lang="de-DE"/>
          </a:p>
        </p:txBody>
      </p:sp>
    </p:spTree>
    <p:extLst>
      <p:ext uri="{BB962C8B-B14F-4D97-AF65-F5344CB8AC3E}">
        <p14:creationId xmlns:p14="http://schemas.microsoft.com/office/powerpoint/2010/main" val="3959297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Calibri"/>
              <a:buChar char="-"/>
            </a:pPr>
            <a:r>
              <a:rPr lang="de-DE"/>
              <a:t>Lerneffekt kaum vorhanden -&gt; Programmierfreude am sinken</a:t>
            </a:r>
          </a:p>
          <a:p>
            <a:pPr marL="171450" indent="-171450">
              <a:buFont typeface="Calibri"/>
              <a:buChar char="-"/>
            </a:pPr>
            <a:r>
              <a:rPr lang="de-DE"/>
              <a:t>Agenten setzten Aufgaben oft nur halb um</a:t>
            </a:r>
          </a:p>
        </p:txBody>
      </p:sp>
      <p:sp>
        <p:nvSpPr>
          <p:cNvPr id="4" name="Foliennummernplatzhalter 3"/>
          <p:cNvSpPr>
            <a:spLocks noGrp="1"/>
          </p:cNvSpPr>
          <p:nvPr>
            <p:ph type="sldNum" sz="quarter" idx="5"/>
          </p:nvPr>
        </p:nvSpPr>
        <p:spPr/>
        <p:txBody>
          <a:bodyPr/>
          <a:lstStyle/>
          <a:p>
            <a:fld id="{40041EAD-8C33-4B07-A9FA-B9AAFE74C543}" type="slidenum">
              <a:rPr lang="de-DE" smtClean="0"/>
              <a:t>16</a:t>
            </a:fld>
            <a:endParaRPr lang="de-DE"/>
          </a:p>
        </p:txBody>
      </p:sp>
    </p:spTree>
    <p:extLst>
      <p:ext uri="{BB962C8B-B14F-4D97-AF65-F5344CB8AC3E}">
        <p14:creationId xmlns:p14="http://schemas.microsoft.com/office/powerpoint/2010/main" val="4215236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hasCustomPrompt="1"/>
          </p:nvPr>
        </p:nvSpPr>
        <p:spPr>
          <a:xfrm>
            <a:off x="1600200" y="1261872"/>
            <a:ext cx="7638222" cy="2852928"/>
          </a:xfrm>
        </p:spPr>
        <p:txBody>
          <a:bodyPr anchor="b">
            <a:normAutofit/>
          </a:bodyPr>
          <a:lstStyle>
            <a:lvl1pPr algn="l">
              <a:lnSpc>
                <a:spcPct val="130000"/>
              </a:lnSpc>
              <a:defRPr sz="6600" cap="none" spc="1300" baseline="0"/>
            </a:lvl1pPr>
          </a:lstStyle>
          <a:p>
            <a:r>
              <a:rPr lang="en-US"/>
              <a:t>Click to edit master title style</a:t>
            </a:r>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hasCustomPrompt="1"/>
          </p:nvPr>
        </p:nvSpPr>
        <p:spPr>
          <a:xfrm>
            <a:off x="1600200" y="4681728"/>
            <a:ext cx="7638222" cy="929296"/>
          </a:xfrm>
          <a:prstGeom prst="rect">
            <a:avLst/>
          </a:prstGeom>
        </p:spPr>
        <p:txBody>
          <a:bodyPr>
            <a:noAutofit/>
          </a:bodyPr>
          <a:lstStyle>
            <a:lvl1pPr marL="0" indent="0" algn="l">
              <a:lnSpc>
                <a:spcPct val="130000"/>
              </a:lnSpc>
              <a:buNone/>
              <a:defRPr sz="4400" b="0" cap="none" spc="6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7CC70CF7-838D-41F7-9297-B5F83BDCEB13}" type="datetimeFigureOut">
              <a:rPr lang="en-US" dirty="0"/>
              <a:t>7/16/2026</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8DFDE724-0293-4953-AE9D-4D814FA589B0}" type="slidenum">
              <a:rPr lang="en-US" dirty="0"/>
              <a:t>‹Nr.›</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a:extLst>
                  <a:ext uri="{96DAC541-7B7A-43D3-8B79-37D633B846F1}">
                    <asvg:svgBlip xmlns:asvg="http://schemas.microsoft.com/office/drawing/2016/SVG/main" r:embed="rId2"/>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grpSp>
    </p:spTree>
    <p:extLst>
      <p:ext uri="{BB962C8B-B14F-4D97-AF65-F5344CB8AC3E}">
        <p14:creationId xmlns:p14="http://schemas.microsoft.com/office/powerpoint/2010/main" val="551934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hasCustomPrompt="1"/>
          </p:nvPr>
        </p:nvSpPr>
        <p:spPr/>
        <p:txBody>
          <a:bodyPr/>
          <a:lstStyle>
            <a:lvl1pPr>
              <a:defRPr b="1" cap="none"/>
            </a:lvl1pPr>
          </a:lstStyle>
          <a:p>
            <a:r>
              <a:rPr lang="en-US"/>
              <a:t>Click to edit master title style</a:t>
            </a:r>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normAutofit/>
          </a:bodyPr>
          <a:lstStyle>
            <a:lvl1pPr>
              <a:defRPr sz="2800">
                <a:latin typeface="+mj-lt"/>
              </a:defRPr>
            </a:lvl1pPr>
            <a:lvl2pPr>
              <a:defRPr sz="2400">
                <a:latin typeface="+mj-lt"/>
              </a:defRPr>
            </a:lvl2pPr>
            <a:lvl3pPr>
              <a:defRPr sz="2000">
                <a:latin typeface="+mj-lt"/>
              </a:defRPr>
            </a:lvl3pPr>
            <a:lvl4pPr>
              <a:defRPr sz="1800">
                <a:latin typeface="+mj-lt"/>
              </a:defRPr>
            </a:lvl4pPr>
            <a:lvl5pPr>
              <a:defRPr sz="18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254069DA-BCAC-469D-B81F-5CD529FD1EE6}" type="datetimeFigureOut">
              <a:rPr lang="en-US" dirty="0"/>
              <a:t>7/16/2026</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370285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F6B4C32-F19C-44F3-8EF8-1F506D74DD7A}"/>
              </a:ext>
            </a:extLst>
          </p:cNvPr>
          <p:cNvSpPr>
            <a:spLocks noGrp="1"/>
          </p:cNvSpPr>
          <p:nvPr>
            <p:ph type="title" hasCustomPrompt="1"/>
          </p:nvPr>
        </p:nvSpPr>
        <p:spPr>
          <a:xfrm>
            <a:off x="3649192" y="1709738"/>
            <a:ext cx="4893617" cy="2553893"/>
          </a:xfrm>
        </p:spPr>
        <p:txBody>
          <a:bodyPr anchor="b">
            <a:normAutofit/>
          </a:bodyPr>
          <a:lstStyle>
            <a:lvl1pPr algn="ctr">
              <a:defRPr sz="5400" cap="none"/>
            </a:lvl1pPr>
          </a:lstStyle>
          <a:p>
            <a:r>
              <a:rPr lang="en-US"/>
              <a:t>Click to edit master title style</a:t>
            </a:r>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hasCustomPrompt="1"/>
          </p:nvPr>
        </p:nvSpPr>
        <p:spPr>
          <a:xfrm>
            <a:off x="4062249" y="4540468"/>
            <a:ext cx="4067503" cy="1154037"/>
          </a:xfrm>
          <a:prstGeom prst="rect">
            <a:avLst/>
          </a:prstGeom>
        </p:spPr>
        <p:txBody>
          <a:bodyPr>
            <a:normAutofit/>
          </a:bodyPr>
          <a:lstStyle>
            <a:lvl1pPr marL="0" indent="0" algn="ctr">
              <a:buNone/>
              <a:defRPr sz="2800" b="0" cap="none" spc="600" baseline="0">
                <a:solidFill>
                  <a:schemeClr val="tx1"/>
                </a:solidFill>
                <a:latin typeface="+mn-l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3134B3F2-5297-4D62-BDB7-590764A696AF}" type="datetimeFigureOut">
              <a:rPr lang="en-US" dirty="0"/>
              <a:t>7/16/2026</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655571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hasCustomPrompt="1"/>
          </p:nvPr>
        </p:nvSpPr>
        <p:spPr/>
        <p:txBody>
          <a:bodyPr/>
          <a:lstStyle>
            <a:lvl1pPr>
              <a:defRPr cap="none"/>
            </a:lvl1p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80D0FAC0-A4F5-4A85-98AE-9E6BDD843B92}" type="datetimeFigureOut">
              <a:rPr lang="en-US" dirty="0"/>
              <a:t>7/16/2026</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218247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hasCustomPrompt="1"/>
          </p:nvPr>
        </p:nvSpPr>
        <p:spPr>
          <a:xfrm>
            <a:off x="811460" y="369168"/>
            <a:ext cx="10458729" cy="1439818"/>
          </a:xfrm>
        </p:spPr>
        <p:txBody>
          <a:bodyPr/>
          <a:lstStyle>
            <a:lvl1pPr>
              <a:defRPr cap="none"/>
            </a:lvl1pPr>
          </a:lstStyle>
          <a:p>
            <a:r>
              <a:rPr lang="en-US"/>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491F58DF-B20E-4829-8712-7D40EB90064E}" type="datetimeFigureOut">
              <a:rPr lang="en-US" dirty="0"/>
              <a:t>7/16/2026</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96393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4F952F2A-FD05-43F8-9927-AF9F6AA75EA1}" type="datetimeFigureOut">
              <a:rPr lang="en-US" dirty="0"/>
              <a:t>7/16/2026</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1251077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8C112728-8AF2-421E-A3EE-3D32DADA7E63}" type="datetimeFigureOut">
              <a:rPr lang="en-US" dirty="0"/>
              <a:t>7/16/2026</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316468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hasCustomPrompt="1"/>
          </p:nvPr>
        </p:nvSpPr>
        <p:spPr>
          <a:xfrm>
            <a:off x="839788" y="987425"/>
            <a:ext cx="3932237" cy="1600200"/>
          </a:xfrm>
        </p:spPr>
        <p:txBody>
          <a:bodyPr anchor="t">
            <a:normAutofit/>
          </a:bodyPr>
          <a:lstStyle>
            <a:lvl1pPr>
              <a:defRPr sz="2800" b="1" cap="none">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BAF64D57-1513-4084-818F-075C9D0922CD}" type="datetimeFigureOut">
              <a:rPr lang="en-US" dirty="0"/>
              <a:t>7/16/2026</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1780831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hasCustomPrompt="1"/>
          </p:nvPr>
        </p:nvSpPr>
        <p:spPr>
          <a:xfrm>
            <a:off x="839788" y="987425"/>
            <a:ext cx="3932237" cy="1600200"/>
          </a:xfrm>
        </p:spPr>
        <p:txBody>
          <a:bodyPr anchor="t">
            <a:normAutofit/>
          </a:bodyPr>
          <a:lstStyle>
            <a:lvl1pPr>
              <a:defRPr sz="2800" b="1" cap="none">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9839DEF4-262F-4ACF-9B29-3D4B819E7065}"/>
              </a:ext>
            </a:extLst>
          </p:cNvPr>
          <p:cNvSpPr>
            <a:spLocks noGrp="1" noChangeAspect="1"/>
          </p:cNvSpPr>
          <p:nvPr>
            <p:ph type="pic" idx="1"/>
          </p:nvPr>
        </p:nvSpPr>
        <p:spPr>
          <a:xfrm>
            <a:off x="5353969" y="987425"/>
            <a:ext cx="5694503"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4B51DC6D-53F2-404B-944C-46E1F58C3149}" type="datetimeFigureOut">
              <a:rPr lang="en-US" dirty="0"/>
              <a:t>7/16/2026</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8DFDE724-0293-4953-AE9D-4D814FA589B0}" type="slidenum">
              <a:rPr lang="en-US" dirty="0"/>
              <a:t>‹Nr.›</a:t>
            </a:fld>
            <a:endParaRPr lang="en-US"/>
          </a:p>
        </p:txBody>
      </p:sp>
    </p:spTree>
    <p:extLst>
      <p:ext uri="{BB962C8B-B14F-4D97-AF65-F5344CB8AC3E}">
        <p14:creationId xmlns:p14="http://schemas.microsoft.com/office/powerpoint/2010/main" val="3690224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hasCustomPrompt="1"/>
          </p:nvPr>
        </p:nvSpPr>
        <p:spPr/>
        <p:txBody>
          <a:bodyPr/>
          <a:lstStyle>
            <a:lvl1pPr>
              <a:defRPr cap="none"/>
            </a:lvl1p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F836330A-4522-49F4-ACCE-A07321703478}" type="datetimeFigureOut">
              <a:rPr lang="en-US" dirty="0"/>
              <a:t>7/16/2026</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8DFDE724-0293-4953-AE9D-4D814FA589B0}" type="slidenum">
              <a:rPr lang="en-US" dirty="0"/>
              <a:t>‹Nr.›</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a:extLst>
                  <a:ext uri="{96DAC541-7B7A-43D3-8B79-37D633B846F1}">
                    <asvg:svgBlip xmlns:asvg="http://schemas.microsoft.com/office/drawing/2016/SVG/main" r:embed="rId2"/>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77586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75EC5DDF-A796-4D56-9973-341789785817}" type="datetimeFigureOut">
              <a:rPr lang="en-US" dirty="0"/>
              <a:t>7/16/2026</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8DFDE724-0293-4953-AE9D-4D814FA589B0}" type="slidenum">
              <a:rPr lang="en-US" dirty="0"/>
              <a:t>‹Nr.›</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a:extLst>
                  <a:ext uri="{96DAC541-7B7A-43D3-8B79-37D633B846F1}">
                    <asvg:svgBlip xmlns:asvg="http://schemas.microsoft.com/office/drawing/2016/SVG/main" r:embed="rId2"/>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grpSp>
    </p:spTree>
    <p:extLst>
      <p:ext uri="{BB962C8B-B14F-4D97-AF65-F5344CB8AC3E}">
        <p14:creationId xmlns:p14="http://schemas.microsoft.com/office/powerpoint/2010/main" val="2950273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3716B609-2A26-46AA-B595-3671F5470576}" type="datetimeFigureOut">
              <a:rPr lang="en-US" dirty="0"/>
              <a:t>7/16/2026</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8DFDE724-0293-4953-AE9D-4D814FA589B0}" type="slidenum">
              <a:rPr lang="en-US" dirty="0"/>
              <a:t>‹Nr.›</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ahLst/>
              <a:cxnLst/>
              <a:rect l="l" t="t" r="r" b="b"/>
              <a:pathLst>
                <a:path w="757287" h="3694096">
                  <a:moveTo>
                    <a:pt x="757287" y="3694096"/>
                  </a:moveTo>
                  <a:lnTo>
                    <a:pt x="757287" y="0"/>
                  </a:lnTo>
                  <a:lnTo>
                    <a:pt x="0" y="0"/>
                  </a:lnTo>
                  <a:lnTo>
                    <a:pt x="0" y="3686094"/>
                  </a:lnTo>
                  <a:close/>
                </a:path>
              </a:pathLst>
            </a:custGeom>
            <a:blipFill dpi="0" rotWithShape="1">
              <a:blip>
                <a:extLst>
                  <a:ext uri="{96DAC541-7B7A-43D3-8B79-37D633B846F1}">
                    <asvg:svgBlip xmlns:asvg="http://schemas.microsoft.com/office/drawing/2016/SVG/main" r:embed="rId1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de-DE"/>
            </a:p>
          </p:txBody>
        </p:sp>
      </p:grpSp>
    </p:spTree>
    <p:extLst>
      <p:ext uri="{BB962C8B-B14F-4D97-AF65-F5344CB8AC3E}">
        <p14:creationId xmlns:p14="http://schemas.microsoft.com/office/powerpoint/2010/main" val="167371217"/>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hf hdr="0"/>
  <p:txStyles>
    <p:titleStyle>
      <a:lvl1pPr algn="l" defTabSz="914400" rtl="0" eaLnBrk="1" latinLnBrk="0" hangingPunct="1">
        <a:lnSpc>
          <a:spcPct val="120000"/>
        </a:lnSpc>
        <a:spcBef>
          <a:spcPct val="0"/>
        </a:spcBef>
        <a:buNone/>
        <a:defRPr sz="4400" b="1" kern="1200" cap="none"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24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20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504">
          <p15:clr>
            <a:srgbClr val="F26B43"/>
          </p15:clr>
        </p15:guide>
        <p15:guide id="3" pos="7176">
          <p15:clr>
            <a:srgbClr val="F26B43"/>
          </p15:clr>
        </p15:guide>
        <p15:guide id="5" orient="horz" pos="1272">
          <p15:clr>
            <a:srgbClr val="F26B43"/>
          </p15:clr>
        </p15:guide>
        <p15:guide id="6" orient="horz" pos="1728">
          <p15:clr>
            <a:srgbClr val="F26B43"/>
          </p15:clr>
        </p15:guide>
        <p15:guide id="7" orient="horz" pos="3864">
          <p15:clr>
            <a:srgbClr val="F26B43"/>
          </p15:clr>
        </p15:guide>
        <p15:guide id="8" orient="horz" pos="3432">
          <p15:clr>
            <a:srgbClr val="F26B43"/>
          </p15:clr>
        </p15:guide>
        <p15:guide id="9" pos="1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microsoft.com/office/2018/10/relationships/comments" Target="../comments/modernComment_10C_4D0374E3.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microsoft.com/office/2018/10/relationships/comments" Target="../comments/modernComment_12A_B94F1C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microsoft.com/office/2018/10/relationships/comments" Target="../comments/modernComment_10E_7A37E56A.xml"/><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9.png"/><Relationship Id="rId3" Type="http://schemas.openxmlformats.org/officeDocument/2006/relationships/image" Target="../media/image10.png"/><Relationship Id="rId7" Type="http://schemas.openxmlformats.org/officeDocument/2006/relationships/image" Target="../media/image17.png"/><Relationship Id="rId12" Type="http://schemas.openxmlformats.org/officeDocument/2006/relationships/image" Target="../media/image28.png"/><Relationship Id="rId2" Type="http://schemas.openxmlformats.org/officeDocument/2006/relationships/image" Target="../media/image9.png"/><Relationship Id="rId16"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6.png"/><Relationship Id="rId5" Type="http://schemas.openxmlformats.org/officeDocument/2006/relationships/image" Target="../media/image15.png"/><Relationship Id="rId15" Type="http://schemas.openxmlformats.org/officeDocument/2006/relationships/image" Target="../media/image31.png"/><Relationship Id="rId10"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24.png"/><Relationship Id="rId1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4.svg"/><Relationship Id="rId2" Type="http://schemas.microsoft.com/office/2018/10/relationships/comments" Target="../comments/modernComment_11F_51D17F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8.png"/><Relationship Id="rId3" Type="http://schemas.openxmlformats.org/officeDocument/2006/relationships/image" Target="../media/image9.png"/><Relationship Id="rId7" Type="http://schemas.openxmlformats.org/officeDocument/2006/relationships/image" Target="../media/image16.png"/><Relationship Id="rId12" Type="http://schemas.openxmlformats.org/officeDocument/2006/relationships/image" Target="../media/image26.png"/><Relationship Id="rId17" Type="http://schemas.openxmlformats.org/officeDocument/2006/relationships/image" Target="../media/image32.png"/><Relationship Id="rId2" Type="http://schemas.microsoft.com/office/2018/10/relationships/comments" Target="../comments/modernComment_12B_381F8E9D.xml"/><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5.png"/><Relationship Id="rId5" Type="http://schemas.openxmlformats.org/officeDocument/2006/relationships/image" Target="../media/image11.png"/><Relationship Id="rId15" Type="http://schemas.openxmlformats.org/officeDocument/2006/relationships/image" Target="../media/image30.png"/><Relationship Id="rId10"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23.pn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29_45F09B2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22_1A2BD49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23_C0DE8A4E.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microsoft.com/office/2018/10/relationships/comments" Target="../comments/modernComment_125_139C347D.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microsoft.com/office/2018/10/relationships/comments" Target="../comments/modernComment_126_7DF3E4E0.xml"/><Relationship Id="rId1" Type="http://schemas.openxmlformats.org/officeDocument/2006/relationships/slideLayout" Target="../slideLayouts/slideLayout2.xml"/><Relationship Id="rId4" Type="http://schemas.openxmlformats.org/officeDocument/2006/relationships/hyperlink" Target="https://msa26-peer-review.fh-wedel.dev" TargetMode="External"/></Relationships>
</file>

<file path=ppt/slides/_rels/slide15.xml.rels><?xml version="1.0" encoding="UTF-8" standalone="yes"?>
<Relationships xmlns="http://schemas.openxmlformats.org/package/2006/relationships"><Relationship Id="rId3" Type="http://schemas.microsoft.com/office/2018/10/relationships/comments" Target="../comments/modernComment_127_9016D66.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28_BDB886FC.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4_F661B9B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86C7EF8B-9F89-88AD-6AE1-F7E5351710B9}"/>
              </a:ext>
            </a:extLst>
          </p:cNvPr>
          <p:cNvSpPr>
            <a:spLocks noGrp="1"/>
          </p:cNvSpPr>
          <p:nvPr>
            <p:ph type="subTitle" idx="1"/>
          </p:nvPr>
        </p:nvSpPr>
        <p:spPr>
          <a:xfrm>
            <a:off x="1358348" y="1572734"/>
            <a:ext cx="9475303" cy="3712532"/>
          </a:xfrm>
        </p:spPr>
        <p:txBody>
          <a:bodyPr vert="horz" lIns="91440" tIns="45720" rIns="91440" bIns="45720" rtlCol="0" anchor="t">
            <a:noAutofit/>
          </a:bodyPr>
          <a:lstStyle/>
          <a:p>
            <a:pPr algn="ctr"/>
            <a:r>
              <a:rPr lang="de-DE" sz="6000" err="1">
                <a:solidFill>
                  <a:srgbClr val="000000"/>
                </a:solidFill>
                <a:latin typeface="-webkit-standard"/>
              </a:rPr>
              <a:t>PeerReview</a:t>
            </a:r>
            <a:br>
              <a:rPr lang="de-DE" sz="6000">
                <a:solidFill>
                  <a:srgbClr val="000000"/>
                </a:solidFill>
                <a:latin typeface="-webkit-standard"/>
              </a:rPr>
            </a:br>
            <a:r>
              <a:rPr lang="de-DE" sz="3200">
                <a:solidFill>
                  <a:schemeClr val="tx1">
                    <a:lumMod val="65000"/>
                    <a:lumOff val="35000"/>
                  </a:schemeClr>
                </a:solidFill>
                <a:latin typeface="-webkit-standard"/>
              </a:rPr>
              <a:t>Ein System zum gegenseitigen Begutachten von wissenschaftlichen Arbeiten</a:t>
            </a:r>
            <a:endParaRPr lang="de-DE" sz="4400" b="0">
              <a:solidFill>
                <a:schemeClr val="tx1">
                  <a:lumMod val="65000"/>
                  <a:lumOff val="35000"/>
                </a:schemeClr>
              </a:solidFill>
              <a:latin typeface="-webkit-standard"/>
            </a:endParaRPr>
          </a:p>
        </p:txBody>
      </p:sp>
      <p:sp>
        <p:nvSpPr>
          <p:cNvPr id="4" name="Untertitel 2">
            <a:extLst>
              <a:ext uri="{FF2B5EF4-FFF2-40B4-BE49-F238E27FC236}">
                <a16:creationId xmlns:a16="http://schemas.microsoft.com/office/drawing/2014/main" id="{4806CAB4-0973-3F1F-86F4-746E3FEC5C38}"/>
              </a:ext>
            </a:extLst>
          </p:cNvPr>
          <p:cNvSpPr txBox="1">
            <a:spLocks/>
          </p:cNvSpPr>
          <p:nvPr/>
        </p:nvSpPr>
        <p:spPr>
          <a:xfrm>
            <a:off x="4718958" y="6455900"/>
            <a:ext cx="7476104" cy="402892"/>
          </a:xfrm>
          <a:prstGeom prst="rect">
            <a:avLst/>
          </a:prstGeom>
        </p:spPr>
        <p:txBody>
          <a:bodyPr vert="horz" lIns="91440" tIns="45720" rIns="91440" bIns="45720" rtlCol="0" anchor="t">
            <a:no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tx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r"/>
            <a:r>
              <a:rPr lang="de-DE" sz="1900"/>
              <a:t>Gideon </a:t>
            </a:r>
            <a:r>
              <a:rPr lang="de-DE" sz="1900" err="1"/>
              <a:t>Gyebi</a:t>
            </a:r>
            <a:r>
              <a:rPr lang="de-DE" sz="1900"/>
              <a:t>, Luca </a:t>
            </a:r>
            <a:r>
              <a:rPr lang="de-DE" sz="1900" err="1"/>
              <a:t>Jannsen</a:t>
            </a:r>
            <a:r>
              <a:rPr lang="de-DE" sz="1900"/>
              <a:t>, Matthias Matthies, Marcel Ossig</a:t>
            </a:r>
            <a:endParaRPr lang="en-US" sz="1900"/>
          </a:p>
        </p:txBody>
      </p:sp>
      <p:sp>
        <p:nvSpPr>
          <p:cNvPr id="2" name="Untertitel 2">
            <a:extLst>
              <a:ext uri="{FF2B5EF4-FFF2-40B4-BE49-F238E27FC236}">
                <a16:creationId xmlns:a16="http://schemas.microsoft.com/office/drawing/2014/main" id="{A8FCE0D0-7983-3FF5-7ECC-956ABB00E389}"/>
              </a:ext>
            </a:extLst>
          </p:cNvPr>
          <p:cNvSpPr txBox="1">
            <a:spLocks/>
          </p:cNvSpPr>
          <p:nvPr/>
        </p:nvSpPr>
        <p:spPr>
          <a:xfrm>
            <a:off x="650" y="6455899"/>
            <a:ext cx="4900982" cy="402892"/>
          </a:xfrm>
          <a:prstGeom prst="rect">
            <a:avLst/>
          </a:prstGeom>
        </p:spPr>
        <p:txBody>
          <a:bodyPr vert="horz" lIns="91440" tIns="45720" rIns="91440" bIns="45720" rtlCol="0" anchor="t">
            <a:no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tx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r>
              <a:rPr lang="de-DE" sz="1900"/>
              <a:t>Moderne Software Architektur [SS26]</a:t>
            </a:r>
            <a:endParaRPr lang="en-US" sz="1900"/>
          </a:p>
          <a:p>
            <a:pPr algn="r"/>
            <a:endParaRPr lang="de-DE" sz="2000"/>
          </a:p>
        </p:txBody>
      </p:sp>
    </p:spTree>
    <p:extLst>
      <p:ext uri="{BB962C8B-B14F-4D97-AF65-F5344CB8AC3E}">
        <p14:creationId xmlns:p14="http://schemas.microsoft.com/office/powerpoint/2010/main" val="394773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5C1A5-F17E-F9FF-015B-233FB4F56FAA}"/>
              </a:ext>
            </a:extLst>
          </p:cNvPr>
          <p:cNvSpPr>
            <a:spLocks noGrp="1"/>
          </p:cNvSpPr>
          <p:nvPr>
            <p:ph type="title"/>
          </p:nvPr>
        </p:nvSpPr>
        <p:spPr/>
        <p:txBody>
          <a:bodyPr/>
          <a:lstStyle/>
          <a:p>
            <a:r>
              <a:rPr lang="de-DE"/>
              <a:t>Inhalt</a:t>
            </a:r>
          </a:p>
        </p:txBody>
      </p:sp>
      <p:sp>
        <p:nvSpPr>
          <p:cNvPr id="3" name="Content Placeholder 2">
            <a:extLst>
              <a:ext uri="{FF2B5EF4-FFF2-40B4-BE49-F238E27FC236}">
                <a16:creationId xmlns:a16="http://schemas.microsoft.com/office/drawing/2014/main" id="{61A4BFF6-2BBF-9990-D373-5F0056C8E148}"/>
              </a:ext>
            </a:extLst>
          </p:cNvPr>
          <p:cNvSpPr>
            <a:spLocks noGrp="1"/>
          </p:cNvSpPr>
          <p:nvPr>
            <p:ph idx="1"/>
          </p:nvPr>
        </p:nvSpPr>
        <p:spPr/>
        <p:txBody>
          <a:bodyPr vert="horz" lIns="91440" tIns="45720" rIns="91440" bIns="45720" rtlCol="0" anchor="t">
            <a:normAutofit/>
          </a:bodyPr>
          <a:lstStyle/>
          <a:p>
            <a:r>
              <a:rPr lang="de-DE" sz="2400"/>
              <a:t>Projektvorhaben</a:t>
            </a:r>
          </a:p>
          <a:p>
            <a:r>
              <a:rPr lang="de-DE" sz="2400"/>
              <a:t>Softwarearchitektur</a:t>
            </a:r>
          </a:p>
          <a:p>
            <a:r>
              <a:rPr lang="de-DE" sz="2400"/>
              <a:t>Implementierung</a:t>
            </a:r>
          </a:p>
          <a:p>
            <a:r>
              <a:rPr lang="de-DE" sz="2400" err="1"/>
              <a:t>Deployment</a:t>
            </a:r>
            <a:endParaRPr lang="de-DE" sz="2400"/>
          </a:p>
          <a:p>
            <a:r>
              <a:rPr lang="de-DE" sz="2400"/>
              <a:t>Evaluation</a:t>
            </a:r>
          </a:p>
          <a:p>
            <a:r>
              <a:rPr lang="de-DE" sz="2400"/>
              <a:t>Fazit &amp; Ausblick</a:t>
            </a:r>
          </a:p>
        </p:txBody>
      </p:sp>
      <p:sp>
        <p:nvSpPr>
          <p:cNvPr id="4" name="Date Placeholder 3">
            <a:extLst>
              <a:ext uri="{FF2B5EF4-FFF2-40B4-BE49-F238E27FC236}">
                <a16:creationId xmlns:a16="http://schemas.microsoft.com/office/drawing/2014/main" id="{A0E5D1CB-24E0-71C8-03DF-8FB98FBF6287}"/>
              </a:ext>
            </a:extLst>
          </p:cNvPr>
          <p:cNvSpPr>
            <a:spLocks noGrp="1"/>
          </p:cNvSpPr>
          <p:nvPr>
            <p:ph type="dt" sz="half" idx="10"/>
          </p:nvPr>
        </p:nvSpPr>
        <p:spPr/>
        <p:txBody>
          <a:bodyPr/>
          <a:lstStyle/>
          <a:p>
            <a:fld id="{22ACE76F-609F-429C-B8D5-1AB9A809C644}" type="datetime1">
              <a:rPr lang="en-US" smtClean="0"/>
              <a:t>7/16/2026</a:t>
            </a:fld>
            <a:endParaRPr lang="en-US"/>
          </a:p>
        </p:txBody>
      </p:sp>
      <p:sp>
        <p:nvSpPr>
          <p:cNvPr id="5" name="Footer Placeholder 4">
            <a:extLst>
              <a:ext uri="{FF2B5EF4-FFF2-40B4-BE49-F238E27FC236}">
                <a16:creationId xmlns:a16="http://schemas.microsoft.com/office/drawing/2014/main" id="{AE41BE46-B77D-2F6E-7A2B-2470BF6F8F4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7938821-847F-EB26-CA8C-F3DAF2F5E7E6}"/>
              </a:ext>
            </a:extLst>
          </p:cNvPr>
          <p:cNvSpPr>
            <a:spLocks noGrp="1"/>
          </p:cNvSpPr>
          <p:nvPr>
            <p:ph type="sldNum" sz="quarter" idx="12"/>
          </p:nvPr>
        </p:nvSpPr>
        <p:spPr/>
        <p:txBody>
          <a:bodyPr/>
          <a:lstStyle/>
          <a:p>
            <a:fld id="{8DFDE724-0293-4953-AE9D-4D814FA589B0}" type="slidenum">
              <a:rPr lang="en-US" smtClean="0"/>
              <a:t>2</a:t>
            </a:fld>
            <a:endParaRPr lang="en-US"/>
          </a:p>
        </p:txBody>
      </p:sp>
      <p:pic>
        <p:nvPicPr>
          <p:cNvPr id="8" name="Picture 7">
            <a:extLst>
              <a:ext uri="{FF2B5EF4-FFF2-40B4-BE49-F238E27FC236}">
                <a16:creationId xmlns:a16="http://schemas.microsoft.com/office/drawing/2014/main" id="{4B4EE6D0-524A-B9BE-3AD8-869AC32A6ED5}"/>
              </a:ext>
            </a:extLst>
          </p:cNvPr>
          <p:cNvPicPr>
            <a:picLocks noChangeAspect="1"/>
          </p:cNvPicPr>
          <p:nvPr/>
        </p:nvPicPr>
        <p:blipFill>
          <a:blip r:embed="rId2"/>
          <a:stretch>
            <a:fillRect/>
          </a:stretch>
        </p:blipFill>
        <p:spPr>
          <a:xfrm>
            <a:off x="5468301" y="2251588"/>
            <a:ext cx="5442273" cy="2855776"/>
          </a:xfrm>
          <a:prstGeom prst="rect">
            <a:avLst/>
          </a:prstGeom>
        </p:spPr>
      </p:pic>
      <p:pic>
        <p:nvPicPr>
          <p:cNvPr id="7" name="Grafik 6" descr="Drei Arten von Peer-Review, die von akademischen und wissenschaftliche –  Proof-Reading-Service.com">
            <a:extLst>
              <a:ext uri="{FF2B5EF4-FFF2-40B4-BE49-F238E27FC236}">
                <a16:creationId xmlns:a16="http://schemas.microsoft.com/office/drawing/2014/main" id="{166739FE-CC2E-8365-BA85-0B2B0D0055E8}"/>
              </a:ext>
            </a:extLst>
          </p:cNvPr>
          <p:cNvPicPr>
            <a:picLocks noChangeAspect="1"/>
          </p:cNvPicPr>
          <p:nvPr/>
        </p:nvPicPr>
        <p:blipFill>
          <a:blip r:embed="rId3"/>
          <a:stretch>
            <a:fillRect/>
          </a:stretch>
        </p:blipFill>
        <p:spPr>
          <a:xfrm>
            <a:off x="5470614" y="1842052"/>
            <a:ext cx="5610737" cy="5015947"/>
          </a:xfrm>
          <a:prstGeom prst="rect">
            <a:avLst/>
          </a:prstGeom>
        </p:spPr>
      </p:pic>
    </p:spTree>
    <p:extLst>
      <p:ext uri="{BB962C8B-B14F-4D97-AF65-F5344CB8AC3E}">
        <p14:creationId xmlns:p14="http://schemas.microsoft.com/office/powerpoint/2010/main" val="3834510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BA910-97E6-D7E3-A37C-85B70D5BD4AA}"/>
              </a:ext>
            </a:extLst>
          </p:cNvPr>
          <p:cNvSpPr>
            <a:spLocks noGrp="1"/>
          </p:cNvSpPr>
          <p:nvPr>
            <p:ph type="title"/>
          </p:nvPr>
        </p:nvSpPr>
        <p:spPr/>
        <p:txBody>
          <a:bodyPr>
            <a:normAutofit/>
          </a:bodyPr>
          <a:lstStyle/>
          <a:p>
            <a:r>
              <a:rPr lang="de-DE" sz="4400"/>
              <a:t>Projektvorhaben</a:t>
            </a:r>
            <a:endParaRPr lang="de-DE"/>
          </a:p>
        </p:txBody>
      </p:sp>
      <p:sp>
        <p:nvSpPr>
          <p:cNvPr id="3" name="Content Placeholder 2">
            <a:extLst>
              <a:ext uri="{FF2B5EF4-FFF2-40B4-BE49-F238E27FC236}">
                <a16:creationId xmlns:a16="http://schemas.microsoft.com/office/drawing/2014/main" id="{E7243BE4-471F-1F6D-7BCE-CD9F7D356E5A}"/>
              </a:ext>
            </a:extLst>
          </p:cNvPr>
          <p:cNvSpPr>
            <a:spLocks noGrp="1"/>
          </p:cNvSpPr>
          <p:nvPr>
            <p:ph idx="1"/>
          </p:nvPr>
        </p:nvSpPr>
        <p:spPr>
          <a:xfrm>
            <a:off x="1398384" y="2625112"/>
            <a:ext cx="6294928" cy="3698620"/>
          </a:xfrm>
        </p:spPr>
        <p:txBody>
          <a:bodyPr vert="horz" lIns="91440" tIns="45720" rIns="91440" bIns="45720" rtlCol="0" anchor="t">
            <a:normAutofit/>
          </a:bodyPr>
          <a:lstStyle/>
          <a:p>
            <a:pPr marL="0" indent="0">
              <a:buNone/>
            </a:pPr>
            <a:r>
              <a:rPr lang="de-DE" sz="2400"/>
              <a:t>Webbasiertes </a:t>
            </a:r>
            <a:r>
              <a:rPr lang="de-DE" sz="2400" err="1"/>
              <a:t>PeerReview</a:t>
            </a:r>
            <a:r>
              <a:rPr lang="de-DE" sz="2400"/>
              <a:t>-System</a:t>
            </a:r>
          </a:p>
          <a:p>
            <a:pPr marL="0" indent="0">
              <a:buNone/>
            </a:pPr>
            <a:r>
              <a:rPr lang="de-DE" sz="2400"/>
              <a:t>Plugin-Fähigkeit (unterschiedliche Begutachtungsworkflows)</a:t>
            </a:r>
          </a:p>
          <a:p>
            <a:pPr marL="0" indent="0">
              <a:buNone/>
            </a:pPr>
            <a:r>
              <a:rPr lang="de-DE" sz="2400" err="1"/>
              <a:t>Agentisches</a:t>
            </a:r>
            <a:r>
              <a:rPr lang="de-DE" sz="2400"/>
              <a:t> Coden</a:t>
            </a:r>
          </a:p>
          <a:p>
            <a:endParaRPr lang="de-DE"/>
          </a:p>
          <a:p>
            <a:endParaRPr lang="de-DE"/>
          </a:p>
        </p:txBody>
      </p:sp>
      <p:sp>
        <p:nvSpPr>
          <p:cNvPr id="4" name="Date Placeholder 3">
            <a:extLst>
              <a:ext uri="{FF2B5EF4-FFF2-40B4-BE49-F238E27FC236}">
                <a16:creationId xmlns:a16="http://schemas.microsoft.com/office/drawing/2014/main" id="{A41679B8-6E81-8E4C-D496-DE58718EF8FA}"/>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08D1D4BF-FEA0-52B0-0186-49AF83D5227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F687F0-3C19-7EDB-6D32-D28D02375C49}"/>
              </a:ext>
            </a:extLst>
          </p:cNvPr>
          <p:cNvSpPr>
            <a:spLocks noGrp="1"/>
          </p:cNvSpPr>
          <p:nvPr>
            <p:ph type="sldNum" sz="quarter" idx="12"/>
          </p:nvPr>
        </p:nvSpPr>
        <p:spPr/>
        <p:txBody>
          <a:bodyPr/>
          <a:lstStyle/>
          <a:p>
            <a:fld id="{8DFDE724-0293-4953-AE9D-4D814FA589B0}" type="slidenum">
              <a:rPr lang="en-US" smtClean="0"/>
              <a:t>3</a:t>
            </a:fld>
            <a:endParaRPr lang="en-US"/>
          </a:p>
        </p:txBody>
      </p:sp>
      <p:sp>
        <p:nvSpPr>
          <p:cNvPr id="7" name="TextBox 6">
            <a:extLst>
              <a:ext uri="{FF2B5EF4-FFF2-40B4-BE49-F238E27FC236}">
                <a16:creationId xmlns:a16="http://schemas.microsoft.com/office/drawing/2014/main" id="{994F5E1E-01ED-5EC3-B10D-57108E68263D}"/>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Problemstellung</a:t>
            </a:r>
            <a:endParaRPr lang="en-US" sz="2800" i="1"/>
          </a:p>
        </p:txBody>
      </p:sp>
      <p:pic>
        <p:nvPicPr>
          <p:cNvPr id="8" name="Grafik 7">
            <a:extLst>
              <a:ext uri="{FF2B5EF4-FFF2-40B4-BE49-F238E27FC236}">
                <a16:creationId xmlns:a16="http://schemas.microsoft.com/office/drawing/2014/main" id="{D4007399-68D5-F933-518F-B472CD365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731" y="2627244"/>
            <a:ext cx="662610" cy="649358"/>
          </a:xfrm>
          <a:prstGeom prst="rect">
            <a:avLst/>
          </a:prstGeom>
        </p:spPr>
      </p:pic>
      <p:pic>
        <p:nvPicPr>
          <p:cNvPr id="9" name="Grafik 8">
            <a:extLst>
              <a:ext uri="{FF2B5EF4-FFF2-40B4-BE49-F238E27FC236}">
                <a16:creationId xmlns:a16="http://schemas.microsoft.com/office/drawing/2014/main" id="{CC0330CA-31FB-DE6A-6D06-D247BD8AE9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730" y="4310269"/>
            <a:ext cx="662610" cy="642732"/>
          </a:xfrm>
          <a:prstGeom prst="rect">
            <a:avLst/>
          </a:prstGeom>
        </p:spPr>
      </p:pic>
      <p:pic>
        <p:nvPicPr>
          <p:cNvPr id="10" name="Grafik 9">
            <a:extLst>
              <a:ext uri="{FF2B5EF4-FFF2-40B4-BE49-F238E27FC236}">
                <a16:creationId xmlns:a16="http://schemas.microsoft.com/office/drawing/2014/main" id="{C94F74AD-3641-3EFA-5BCD-39E4E75A4F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2730" y="3428999"/>
            <a:ext cx="662609" cy="649357"/>
          </a:xfrm>
          <a:prstGeom prst="rect">
            <a:avLst/>
          </a:prstGeom>
        </p:spPr>
      </p:pic>
    </p:spTree>
    <p:extLst>
      <p:ext uri="{BB962C8B-B14F-4D97-AF65-F5344CB8AC3E}">
        <p14:creationId xmlns:p14="http://schemas.microsoft.com/office/powerpoint/2010/main" val="129207216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E056-CD4A-FFEF-548B-32431FAED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CFB5F-EA7D-3E95-B46E-B0112FF1B52F}"/>
              </a:ext>
            </a:extLst>
          </p:cNvPr>
          <p:cNvSpPr>
            <a:spLocks noGrp="1"/>
          </p:cNvSpPr>
          <p:nvPr>
            <p:ph type="title"/>
          </p:nvPr>
        </p:nvSpPr>
        <p:spPr/>
        <p:txBody>
          <a:bodyPr>
            <a:normAutofit/>
          </a:bodyPr>
          <a:lstStyle/>
          <a:p>
            <a:r>
              <a:rPr lang="de-DE"/>
              <a:t>Features</a:t>
            </a:r>
          </a:p>
        </p:txBody>
      </p:sp>
      <p:sp>
        <p:nvSpPr>
          <p:cNvPr id="3" name="Content Placeholder 2">
            <a:extLst>
              <a:ext uri="{FF2B5EF4-FFF2-40B4-BE49-F238E27FC236}">
                <a16:creationId xmlns:a16="http://schemas.microsoft.com/office/drawing/2014/main" id="{592B51D2-4253-B7A5-347A-A2713CDCD50D}"/>
              </a:ext>
            </a:extLst>
          </p:cNvPr>
          <p:cNvSpPr>
            <a:spLocks noGrp="1"/>
          </p:cNvSpPr>
          <p:nvPr>
            <p:ph idx="1"/>
          </p:nvPr>
        </p:nvSpPr>
        <p:spPr>
          <a:xfrm>
            <a:off x="808662" y="2585355"/>
            <a:ext cx="5182185" cy="3214916"/>
          </a:xfrm>
        </p:spPr>
        <p:txBody>
          <a:bodyPr vert="horz" lIns="91440" tIns="45720" rIns="91440" bIns="45720" rtlCol="0" anchor="t">
            <a:normAutofit/>
          </a:bodyPr>
          <a:lstStyle/>
          <a:p>
            <a:r>
              <a:rPr lang="de-DE" sz="2400"/>
              <a:t>Autoren: Abgaben erstellen, hochladen und Feedback erhalten bzw. Nachfragen klären.</a:t>
            </a:r>
          </a:p>
        </p:txBody>
      </p:sp>
      <p:sp>
        <p:nvSpPr>
          <p:cNvPr id="4" name="Date Placeholder 3">
            <a:extLst>
              <a:ext uri="{FF2B5EF4-FFF2-40B4-BE49-F238E27FC236}">
                <a16:creationId xmlns:a16="http://schemas.microsoft.com/office/drawing/2014/main" id="{62416A31-CD22-EF69-9CA3-888936DAA220}"/>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A31EF7C7-8C27-B471-11A2-79298BF7387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1FDCEF6-649E-C476-E0E4-BC4438822B50}"/>
              </a:ext>
            </a:extLst>
          </p:cNvPr>
          <p:cNvSpPr>
            <a:spLocks noGrp="1"/>
          </p:cNvSpPr>
          <p:nvPr>
            <p:ph type="sldNum" sz="quarter" idx="12"/>
          </p:nvPr>
        </p:nvSpPr>
        <p:spPr/>
        <p:txBody>
          <a:bodyPr/>
          <a:lstStyle/>
          <a:p>
            <a:fld id="{8DFDE724-0293-4953-AE9D-4D814FA589B0}" type="slidenum">
              <a:rPr lang="en-US" smtClean="0"/>
              <a:t>4</a:t>
            </a:fld>
            <a:endParaRPr lang="en-US"/>
          </a:p>
        </p:txBody>
      </p:sp>
      <p:sp>
        <p:nvSpPr>
          <p:cNvPr id="7" name="TextBox 6">
            <a:extLst>
              <a:ext uri="{FF2B5EF4-FFF2-40B4-BE49-F238E27FC236}">
                <a16:creationId xmlns:a16="http://schemas.microsoft.com/office/drawing/2014/main" id="{ED97228F-D301-C324-0C8D-68EDFB90D92D}"/>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a:t>Lastenheft (Light)</a:t>
            </a:r>
          </a:p>
        </p:txBody>
      </p:sp>
      <p:sp>
        <p:nvSpPr>
          <p:cNvPr id="9" name="Content Placeholder 2">
            <a:extLst>
              <a:ext uri="{FF2B5EF4-FFF2-40B4-BE49-F238E27FC236}">
                <a16:creationId xmlns:a16="http://schemas.microsoft.com/office/drawing/2014/main" id="{8A63474A-3D20-71E9-C88A-AAAA5D13D989}"/>
              </a:ext>
            </a:extLst>
          </p:cNvPr>
          <p:cNvSpPr txBox="1">
            <a:spLocks/>
          </p:cNvSpPr>
          <p:nvPr/>
        </p:nvSpPr>
        <p:spPr>
          <a:xfrm>
            <a:off x="6093541" y="2586614"/>
            <a:ext cx="5125507" cy="3214916"/>
          </a:xfrm>
          <a:prstGeom prst="rect">
            <a:avLst/>
          </a:prstGeom>
        </p:spPr>
        <p:txBody>
          <a:bodyPr vert="horz" lIns="91440" tIns="45720" rIns="91440" bIns="45720" rtlCol="0" anchor="t">
            <a:normAutofit/>
          </a:bodyPr>
          <a:lstStyle>
            <a:lvl1pPr marL="228600" indent="-228600" algn="l" defTabSz="914400" rtl="0" eaLnBrk="1" latinLnBrk="0" hangingPunct="1">
              <a:lnSpc>
                <a:spcPct val="130000"/>
              </a:lnSpc>
              <a:spcBef>
                <a:spcPts val="1000"/>
              </a:spcBef>
              <a:buSzPct val="85000"/>
              <a:buFont typeface="Arial" panose="020B0604020202020204" pitchFamily="34" charset="0"/>
              <a:buChar char="•"/>
              <a:defRPr sz="2800" kern="1200">
                <a:solidFill>
                  <a:schemeClr val="tx1"/>
                </a:solidFill>
                <a:latin typeface="+mj-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2400" kern="1200">
                <a:solidFill>
                  <a:schemeClr val="tx1"/>
                </a:solidFill>
                <a:latin typeface="+mj-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2000" kern="1200">
                <a:solidFill>
                  <a:schemeClr val="tx1"/>
                </a:solidFill>
                <a:latin typeface="+mj-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j-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a:t>Reviewer und (Lehrende): Abgaben (erstellen), begutachten, Feedback geben bzw. Nachfragen klären</a:t>
            </a:r>
            <a:endParaRPr lang="en-US" sz="2400"/>
          </a:p>
          <a:p>
            <a:endParaRPr lang="de-DE" sz="2400"/>
          </a:p>
          <a:p>
            <a:endParaRPr lang="de-DE" sz="2400"/>
          </a:p>
        </p:txBody>
      </p:sp>
    </p:spTree>
    <p:extLst>
      <p:ext uri="{BB962C8B-B14F-4D97-AF65-F5344CB8AC3E}">
        <p14:creationId xmlns:p14="http://schemas.microsoft.com/office/powerpoint/2010/main" val="19431059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normAutofit/>
          </a:bodyPr>
          <a:lstStyle/>
          <a:p>
            <a:r>
              <a:rPr lang="de-DE"/>
              <a:t>Softwarearchitektur</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527297"/>
            <a:ext cx="4268923" cy="3998689"/>
          </a:xfrm>
        </p:spPr>
        <p:txBody>
          <a:bodyPr vert="horz" lIns="91440" tIns="45720" rIns="91440" bIns="45720" rtlCol="0" anchor="t">
            <a:noAutofit/>
          </a:bodyPr>
          <a:lstStyle/>
          <a:p>
            <a:r>
              <a:rPr lang="de-DE" sz="2400"/>
              <a:t>Microservice / Event-</a:t>
            </a:r>
            <a:r>
              <a:rPr lang="de-DE" sz="2400" err="1"/>
              <a:t>driven</a:t>
            </a:r>
            <a:r>
              <a:rPr lang="de-DE" sz="2400"/>
              <a:t> </a:t>
            </a:r>
            <a:br>
              <a:rPr lang="de-DE" sz="2400"/>
            </a:br>
            <a:r>
              <a:rPr lang="de-DE" sz="2400"/>
              <a:t>Architektur</a:t>
            </a:r>
          </a:p>
          <a:p>
            <a:r>
              <a:rPr lang="de-DE" sz="2400"/>
              <a:t>Abbildung von Prozess durch Basis- und </a:t>
            </a:r>
            <a:r>
              <a:rPr lang="de-DE" sz="2400" err="1"/>
              <a:t>Composed</a:t>
            </a:r>
            <a:r>
              <a:rPr lang="de-DE" sz="2400"/>
              <a:t>-Services </a:t>
            </a:r>
          </a:p>
          <a:p>
            <a:r>
              <a:rPr lang="de-DE" sz="2400"/>
              <a:t>AWS API Gateway vereint Backend</a:t>
            </a:r>
          </a:p>
          <a:p>
            <a:endParaRPr lang="de-DE" sz="2400"/>
          </a:p>
          <a:p>
            <a:endParaRPr lang="de-DE" sz="2400"/>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5</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Überblick</a:t>
            </a:r>
            <a:endParaRPr lang="en-US" sz="2800" i="1"/>
          </a:p>
        </p:txBody>
      </p:sp>
      <p:grpSp>
        <p:nvGrpSpPr>
          <p:cNvPr id="10" name="Grafik 8">
            <a:extLst>
              <a:ext uri="{FF2B5EF4-FFF2-40B4-BE49-F238E27FC236}">
                <a16:creationId xmlns:a16="http://schemas.microsoft.com/office/drawing/2014/main" id="{BA8B2FD9-8AED-5EFA-EEF1-584686990582}"/>
              </a:ext>
            </a:extLst>
          </p:cNvPr>
          <p:cNvGrpSpPr/>
          <p:nvPr/>
        </p:nvGrpSpPr>
        <p:grpSpPr>
          <a:xfrm>
            <a:off x="4801571" y="2930651"/>
            <a:ext cx="7134763" cy="3495555"/>
            <a:chOff x="4801571" y="2930651"/>
            <a:chExt cx="7134763" cy="3495555"/>
          </a:xfrm>
        </p:grpSpPr>
        <p:sp>
          <p:nvSpPr>
            <p:cNvPr id="11" name="Freihandform: Form 10">
              <a:extLst>
                <a:ext uri="{FF2B5EF4-FFF2-40B4-BE49-F238E27FC236}">
                  <a16:creationId xmlns:a16="http://schemas.microsoft.com/office/drawing/2014/main" id="{9128F4A2-BE56-DAAF-4B70-CFEE40F1E1D0}"/>
                </a:ext>
              </a:extLst>
            </p:cNvPr>
            <p:cNvSpPr/>
            <p:nvPr/>
          </p:nvSpPr>
          <p:spPr>
            <a:xfrm>
              <a:off x="4801571" y="3505263"/>
              <a:ext cx="7134763" cy="2920943"/>
            </a:xfrm>
            <a:custGeom>
              <a:avLst/>
              <a:gdLst>
                <a:gd name="connsiteX0" fmla="*/ 1 w 7134763"/>
                <a:gd name="connsiteY0" fmla="*/ 1 h 2920943"/>
                <a:gd name="connsiteX1" fmla="*/ 7134764 w 7134763"/>
                <a:gd name="connsiteY1" fmla="*/ 1 h 2920943"/>
                <a:gd name="connsiteX2" fmla="*/ 7134764 w 7134763"/>
                <a:gd name="connsiteY2" fmla="*/ 2920944 h 2920943"/>
                <a:gd name="connsiteX3" fmla="*/ 1 w 7134763"/>
                <a:gd name="connsiteY3" fmla="*/ 2920944 h 2920943"/>
              </a:gdLst>
              <a:ahLst/>
              <a:cxnLst>
                <a:cxn ang="0">
                  <a:pos x="connsiteX0" y="connsiteY0"/>
                </a:cxn>
                <a:cxn ang="0">
                  <a:pos x="connsiteX1" y="connsiteY1"/>
                </a:cxn>
                <a:cxn ang="0">
                  <a:pos x="connsiteX2" y="connsiteY2"/>
                </a:cxn>
                <a:cxn ang="0">
                  <a:pos x="connsiteX3" y="connsiteY3"/>
                </a:cxn>
              </a:cxnLst>
              <a:rect l="l" t="t" r="r" b="b"/>
              <a:pathLst>
                <a:path w="7134763" h="2920943">
                  <a:moveTo>
                    <a:pt x="1" y="1"/>
                  </a:moveTo>
                  <a:lnTo>
                    <a:pt x="7134764" y="1"/>
                  </a:lnTo>
                  <a:lnTo>
                    <a:pt x="7134764" y="2920944"/>
                  </a:lnTo>
                  <a:lnTo>
                    <a:pt x="1" y="2920944"/>
                  </a:lnTo>
                  <a:close/>
                </a:path>
              </a:pathLst>
            </a:custGeom>
            <a:solidFill>
              <a:srgbClr val="FFFFFF"/>
            </a:solidFill>
            <a:ln w="4785" cap="flat">
              <a:solidFill>
                <a:srgbClr val="000000"/>
              </a:solidFill>
              <a:prstDash val="solid"/>
              <a:miter/>
            </a:ln>
          </p:spPr>
          <p:txBody>
            <a:bodyPr rtlCol="0" anchor="ctr"/>
            <a:lstStyle/>
            <a:p>
              <a:endParaRPr lang="de-DE"/>
            </a:p>
          </p:txBody>
        </p:sp>
        <p:sp>
          <p:nvSpPr>
            <p:cNvPr id="12" name="Freihandform: Form 11">
              <a:extLst>
                <a:ext uri="{FF2B5EF4-FFF2-40B4-BE49-F238E27FC236}">
                  <a16:creationId xmlns:a16="http://schemas.microsoft.com/office/drawing/2014/main" id="{7AC7DFDE-CD87-66F6-D1DB-A5C250FD68A7}"/>
                </a:ext>
              </a:extLst>
            </p:cNvPr>
            <p:cNvSpPr/>
            <p:nvPr/>
          </p:nvSpPr>
          <p:spPr>
            <a:xfrm>
              <a:off x="4945224" y="4846024"/>
              <a:ext cx="5075737" cy="1197108"/>
            </a:xfrm>
            <a:custGeom>
              <a:avLst/>
              <a:gdLst>
                <a:gd name="connsiteX0" fmla="*/ 1 w 5075737"/>
                <a:gd name="connsiteY0" fmla="*/ 1 h 1197108"/>
                <a:gd name="connsiteX1" fmla="*/ 5075739 w 5075737"/>
                <a:gd name="connsiteY1" fmla="*/ 1 h 1197108"/>
                <a:gd name="connsiteX2" fmla="*/ 5075739 w 5075737"/>
                <a:gd name="connsiteY2" fmla="*/ 1197109 h 1197108"/>
                <a:gd name="connsiteX3" fmla="*/ 1 w 5075737"/>
                <a:gd name="connsiteY3" fmla="*/ 1197109 h 1197108"/>
              </a:gdLst>
              <a:ahLst/>
              <a:cxnLst>
                <a:cxn ang="0">
                  <a:pos x="connsiteX0" y="connsiteY0"/>
                </a:cxn>
                <a:cxn ang="0">
                  <a:pos x="connsiteX1" y="connsiteY1"/>
                </a:cxn>
                <a:cxn ang="0">
                  <a:pos x="connsiteX2" y="connsiteY2"/>
                </a:cxn>
                <a:cxn ang="0">
                  <a:pos x="connsiteX3" y="connsiteY3"/>
                </a:cxn>
              </a:cxnLst>
              <a:rect l="l" t="t" r="r" b="b"/>
              <a:pathLst>
                <a:path w="5075737" h="1197108">
                  <a:moveTo>
                    <a:pt x="1" y="1"/>
                  </a:moveTo>
                  <a:lnTo>
                    <a:pt x="5075739" y="1"/>
                  </a:lnTo>
                  <a:lnTo>
                    <a:pt x="5075739" y="1197109"/>
                  </a:lnTo>
                  <a:lnTo>
                    <a:pt x="1" y="1197109"/>
                  </a:lnTo>
                  <a:close/>
                </a:path>
              </a:pathLst>
            </a:custGeom>
            <a:solidFill>
              <a:srgbClr val="F5F5F5"/>
            </a:solidFill>
            <a:ln w="4785" cap="flat">
              <a:solidFill>
                <a:srgbClr val="666666"/>
              </a:solidFill>
              <a:prstDash val="solid"/>
              <a:miter/>
            </a:ln>
          </p:spPr>
          <p:txBody>
            <a:bodyPr rtlCol="0" anchor="ctr"/>
            <a:lstStyle/>
            <a:p>
              <a:endParaRPr lang="de-DE"/>
            </a:p>
          </p:txBody>
        </p:sp>
        <p:grpSp>
          <p:nvGrpSpPr>
            <p:cNvPr id="14" name="Grafik 8">
              <a:extLst>
                <a:ext uri="{FF2B5EF4-FFF2-40B4-BE49-F238E27FC236}">
                  <a16:creationId xmlns:a16="http://schemas.microsoft.com/office/drawing/2014/main" id="{2038AACC-9B69-9774-19EE-3B96E091D78E}"/>
                </a:ext>
              </a:extLst>
            </p:cNvPr>
            <p:cNvGrpSpPr/>
            <p:nvPr/>
          </p:nvGrpSpPr>
          <p:grpSpPr>
            <a:xfrm>
              <a:off x="8416837" y="4197191"/>
              <a:ext cx="1646645" cy="75417"/>
              <a:chOff x="8416837" y="4197191"/>
              <a:chExt cx="1646645" cy="75417"/>
            </a:xfrm>
          </p:grpSpPr>
          <p:grpSp>
            <p:nvGrpSpPr>
              <p:cNvPr id="15" name="Grafik 8">
                <a:extLst>
                  <a:ext uri="{FF2B5EF4-FFF2-40B4-BE49-F238E27FC236}">
                    <a16:creationId xmlns:a16="http://schemas.microsoft.com/office/drawing/2014/main" id="{797655D6-54C4-3C96-7BEE-B22BBA1AE534}"/>
                  </a:ext>
                </a:extLst>
              </p:cNvPr>
              <p:cNvGrpSpPr/>
              <p:nvPr/>
            </p:nvGrpSpPr>
            <p:grpSpPr>
              <a:xfrm>
                <a:off x="8416837" y="4206768"/>
                <a:ext cx="1646645" cy="33519"/>
                <a:chOff x="8416837" y="4206768"/>
                <a:chExt cx="1646645" cy="33519"/>
              </a:xfrm>
            </p:grpSpPr>
            <p:sp>
              <p:nvSpPr>
                <p:cNvPr id="16" name="Freihandform: Form 15">
                  <a:extLst>
                    <a:ext uri="{FF2B5EF4-FFF2-40B4-BE49-F238E27FC236}">
                      <a16:creationId xmlns:a16="http://schemas.microsoft.com/office/drawing/2014/main" id="{735814B0-C45E-0D87-BF25-421F8B239A18}"/>
                    </a:ext>
                  </a:extLst>
                </p:cNvPr>
                <p:cNvSpPr/>
                <p:nvPr/>
              </p:nvSpPr>
              <p:spPr>
                <a:xfrm>
                  <a:off x="8416837" y="4223527"/>
                  <a:ext cx="1621506" cy="4788"/>
                </a:xfrm>
                <a:custGeom>
                  <a:avLst/>
                  <a:gdLst>
                    <a:gd name="connsiteX0" fmla="*/ 1 w 1621506"/>
                    <a:gd name="connsiteY0" fmla="*/ 1 h 4788"/>
                    <a:gd name="connsiteX1" fmla="*/ 1316819 w 1621506"/>
                    <a:gd name="connsiteY1" fmla="*/ 1 h 4788"/>
                    <a:gd name="connsiteX2" fmla="*/ 1621507 w 1621506"/>
                    <a:gd name="connsiteY2" fmla="*/ 1 h 4788"/>
                  </a:gdLst>
                  <a:ahLst/>
                  <a:cxnLst>
                    <a:cxn ang="0">
                      <a:pos x="connsiteX0" y="connsiteY0"/>
                    </a:cxn>
                    <a:cxn ang="0">
                      <a:pos x="connsiteX1" y="connsiteY1"/>
                    </a:cxn>
                    <a:cxn ang="0">
                      <a:pos x="connsiteX2" y="connsiteY2"/>
                    </a:cxn>
                  </a:cxnLst>
                  <a:rect l="l" t="t" r="r" b="b"/>
                  <a:pathLst>
                    <a:path w="1621506" h="4788">
                      <a:moveTo>
                        <a:pt x="1" y="1"/>
                      </a:moveTo>
                      <a:lnTo>
                        <a:pt x="1316819" y="1"/>
                      </a:lnTo>
                      <a:lnTo>
                        <a:pt x="1621507" y="1"/>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7" name="Freihandform: Form 16">
                  <a:extLst>
                    <a:ext uri="{FF2B5EF4-FFF2-40B4-BE49-F238E27FC236}">
                      <a16:creationId xmlns:a16="http://schemas.microsoft.com/office/drawing/2014/main" id="{05EF26DE-73B4-3FF3-F3DE-B328D35E5E2A}"/>
                    </a:ext>
                  </a:extLst>
                </p:cNvPr>
                <p:cNvSpPr/>
                <p:nvPr/>
              </p:nvSpPr>
              <p:spPr>
                <a:xfrm>
                  <a:off x="10029964" y="4206768"/>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 name="Grafik 17">
                <a:extLst>
                  <a:ext uri="{FF2B5EF4-FFF2-40B4-BE49-F238E27FC236}">
                    <a16:creationId xmlns:a16="http://schemas.microsoft.com/office/drawing/2014/main" id="{3FEFE5E6-9DA8-B5E9-5AAD-F06EA747BDAE}"/>
                  </a:ext>
                </a:extLst>
              </p:cNvPr>
              <p:cNvPicPr>
                <a:picLocks noChangeAspect="1"/>
              </p:cNvPicPr>
              <p:nvPr/>
            </p:nvPicPr>
            <p:blipFill>
              <a:blip r:embed="rId3"/>
              <a:stretch>
                <a:fillRect/>
              </a:stretch>
            </p:blipFill>
            <p:spPr>
              <a:xfrm>
                <a:off x="9202140" y="4197191"/>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9" name="Grafik 8">
              <a:extLst>
                <a:ext uri="{FF2B5EF4-FFF2-40B4-BE49-F238E27FC236}">
                  <a16:creationId xmlns:a16="http://schemas.microsoft.com/office/drawing/2014/main" id="{B6833F53-B3DC-F93B-7395-8AC3FA5A01DB}"/>
                </a:ext>
              </a:extLst>
            </p:cNvPr>
            <p:cNvGrpSpPr/>
            <p:nvPr/>
          </p:nvGrpSpPr>
          <p:grpSpPr>
            <a:xfrm>
              <a:off x="8112771" y="3936221"/>
              <a:ext cx="33519" cy="186174"/>
              <a:chOff x="8112771" y="3936221"/>
              <a:chExt cx="33519" cy="186174"/>
            </a:xfrm>
          </p:grpSpPr>
          <p:sp>
            <p:nvSpPr>
              <p:cNvPr id="20" name="Freihandform: Form 19">
                <a:extLst>
                  <a:ext uri="{FF2B5EF4-FFF2-40B4-BE49-F238E27FC236}">
                    <a16:creationId xmlns:a16="http://schemas.microsoft.com/office/drawing/2014/main" id="{2C382BD9-9961-5276-BD2D-BBA874AAD60A}"/>
                  </a:ext>
                </a:extLst>
              </p:cNvPr>
              <p:cNvSpPr/>
              <p:nvPr/>
            </p:nvSpPr>
            <p:spPr>
              <a:xfrm>
                <a:off x="8129531" y="3936221"/>
                <a:ext cx="4788" cy="161035"/>
              </a:xfrm>
              <a:custGeom>
                <a:avLst/>
                <a:gdLst>
                  <a:gd name="connsiteX0" fmla="*/ 1 w 4788"/>
                  <a:gd name="connsiteY0" fmla="*/ 1 h 161035"/>
                  <a:gd name="connsiteX1" fmla="*/ 1 w 4788"/>
                  <a:gd name="connsiteY1" fmla="*/ 161036 h 161035"/>
                </a:gdLst>
                <a:ahLst/>
                <a:cxnLst>
                  <a:cxn ang="0">
                    <a:pos x="connsiteX0" y="connsiteY0"/>
                  </a:cxn>
                  <a:cxn ang="0">
                    <a:pos x="connsiteX1" y="connsiteY1"/>
                  </a:cxn>
                </a:cxnLst>
                <a:rect l="l" t="t" r="r" b="b"/>
                <a:pathLst>
                  <a:path w="4788" h="161035">
                    <a:moveTo>
                      <a:pt x="1" y="1"/>
                    </a:moveTo>
                    <a:lnTo>
                      <a:pt x="1" y="161036"/>
                    </a:lnTo>
                  </a:path>
                </a:pathLst>
              </a:custGeom>
              <a:noFill/>
              <a:ln w="4785" cap="flat">
                <a:solidFill>
                  <a:srgbClr val="000000"/>
                </a:solid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BAAC0062-BC79-2BEA-9AF3-9AF307BD6674}"/>
                  </a:ext>
                </a:extLst>
              </p:cNvPr>
              <p:cNvSpPr/>
              <p:nvPr/>
            </p:nvSpPr>
            <p:spPr>
              <a:xfrm>
                <a:off x="8112771" y="408887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grpSp>
          <p:nvGrpSpPr>
            <p:cNvPr id="22" name="Grafik 8">
              <a:extLst>
                <a:ext uri="{FF2B5EF4-FFF2-40B4-BE49-F238E27FC236}">
                  <a16:creationId xmlns:a16="http://schemas.microsoft.com/office/drawing/2014/main" id="{A12C069B-8555-DA85-FADD-2CB63A7BD514}"/>
                </a:ext>
              </a:extLst>
            </p:cNvPr>
            <p:cNvGrpSpPr/>
            <p:nvPr/>
          </p:nvGrpSpPr>
          <p:grpSpPr>
            <a:xfrm>
              <a:off x="7842225" y="3648916"/>
              <a:ext cx="574611" cy="287305"/>
              <a:chOff x="7842225" y="3648916"/>
              <a:chExt cx="574611" cy="287305"/>
            </a:xfrm>
            <a:solidFill>
              <a:srgbClr val="FFFFFF"/>
            </a:solidFill>
          </p:grpSpPr>
          <p:sp>
            <p:nvSpPr>
              <p:cNvPr id="23" name="Freihandform: Form 22">
                <a:extLst>
                  <a:ext uri="{FF2B5EF4-FFF2-40B4-BE49-F238E27FC236}">
                    <a16:creationId xmlns:a16="http://schemas.microsoft.com/office/drawing/2014/main" id="{E05CDACA-EC0C-13DE-A591-3D8817E5186F}"/>
                  </a:ext>
                </a:extLst>
              </p:cNvPr>
              <p:cNvSpPr/>
              <p:nvPr/>
            </p:nvSpPr>
            <p:spPr>
              <a:xfrm>
                <a:off x="7842225" y="3648916"/>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4" name="Grafik 23">
                <a:extLst>
                  <a:ext uri="{FF2B5EF4-FFF2-40B4-BE49-F238E27FC236}">
                    <a16:creationId xmlns:a16="http://schemas.microsoft.com/office/drawing/2014/main" id="{1E6E681C-79CC-83DF-04D7-5F3EEFB141ED}"/>
                  </a:ext>
                </a:extLst>
              </p:cNvPr>
              <p:cNvPicPr>
                <a:picLocks noChangeAspect="1"/>
              </p:cNvPicPr>
              <p:nvPr/>
            </p:nvPicPr>
            <p:blipFill>
              <a:blip r:embed="rId4"/>
              <a:stretch>
                <a:fillRect/>
              </a:stretch>
            </p:blipFill>
            <p:spPr>
              <a:xfrm>
                <a:off x="7844619" y="3759050"/>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5" name="Grafik 8">
              <a:extLst>
                <a:ext uri="{FF2B5EF4-FFF2-40B4-BE49-F238E27FC236}">
                  <a16:creationId xmlns:a16="http://schemas.microsoft.com/office/drawing/2014/main" id="{0A472BC4-41E4-F231-6B6D-A7A709001516}"/>
                </a:ext>
              </a:extLst>
            </p:cNvPr>
            <p:cNvGrpSpPr/>
            <p:nvPr/>
          </p:nvGrpSpPr>
          <p:grpSpPr>
            <a:xfrm>
              <a:off x="8297126" y="4647304"/>
              <a:ext cx="2724043" cy="390257"/>
              <a:chOff x="8297126" y="4647304"/>
              <a:chExt cx="2724043" cy="390257"/>
            </a:xfrm>
          </p:grpSpPr>
          <p:grpSp>
            <p:nvGrpSpPr>
              <p:cNvPr id="26" name="Grafik 8">
                <a:extLst>
                  <a:ext uri="{FF2B5EF4-FFF2-40B4-BE49-F238E27FC236}">
                    <a16:creationId xmlns:a16="http://schemas.microsoft.com/office/drawing/2014/main" id="{E1279A8E-7B26-EB54-79E6-96E7539720EC}"/>
                  </a:ext>
                </a:extLst>
              </p:cNvPr>
              <p:cNvGrpSpPr/>
              <p:nvPr/>
            </p:nvGrpSpPr>
            <p:grpSpPr>
              <a:xfrm>
                <a:off x="8297126" y="4656881"/>
                <a:ext cx="2724043" cy="380680"/>
                <a:chOff x="8297126" y="4656881"/>
                <a:chExt cx="2724043" cy="380680"/>
              </a:xfrm>
            </p:grpSpPr>
            <p:sp>
              <p:nvSpPr>
                <p:cNvPr id="27" name="Freihandform: Form 26">
                  <a:extLst>
                    <a:ext uri="{FF2B5EF4-FFF2-40B4-BE49-F238E27FC236}">
                      <a16:creationId xmlns:a16="http://schemas.microsoft.com/office/drawing/2014/main" id="{3308E03F-6D30-642A-4B91-3B3F0D4FA9A6}"/>
                    </a:ext>
                  </a:extLst>
                </p:cNvPr>
                <p:cNvSpPr/>
                <p:nvPr/>
              </p:nvSpPr>
              <p:spPr>
                <a:xfrm>
                  <a:off x="8297126" y="4673640"/>
                  <a:ext cx="2698903" cy="363920"/>
                </a:xfrm>
                <a:custGeom>
                  <a:avLst/>
                  <a:gdLst>
                    <a:gd name="connsiteX0" fmla="*/ 1 w 2698903"/>
                    <a:gd name="connsiteY0" fmla="*/ 363921 h 363920"/>
                    <a:gd name="connsiteX1" fmla="*/ 1 w 2698903"/>
                    <a:gd name="connsiteY1" fmla="*/ 1 h 363920"/>
                    <a:gd name="connsiteX2" fmla="*/ 2698905 w 2698903"/>
                    <a:gd name="connsiteY2" fmla="*/ 1 h 363920"/>
                  </a:gdLst>
                  <a:ahLst/>
                  <a:cxnLst>
                    <a:cxn ang="0">
                      <a:pos x="connsiteX0" y="connsiteY0"/>
                    </a:cxn>
                    <a:cxn ang="0">
                      <a:pos x="connsiteX1" y="connsiteY1"/>
                    </a:cxn>
                    <a:cxn ang="0">
                      <a:pos x="connsiteX2" y="connsiteY2"/>
                    </a:cxn>
                  </a:cxnLst>
                  <a:rect l="l" t="t" r="r" b="b"/>
                  <a:pathLst>
                    <a:path w="2698903" h="363920">
                      <a:moveTo>
                        <a:pt x="1" y="363921"/>
                      </a:moveTo>
                      <a:lnTo>
                        <a:pt x="1" y="1"/>
                      </a:lnTo>
                      <a:lnTo>
                        <a:pt x="2698905" y="1"/>
                      </a:lnTo>
                    </a:path>
                  </a:pathLst>
                </a:custGeom>
                <a:noFill/>
                <a:ln w="4785" cap="flat">
                  <a:solidFill>
                    <a:srgbClr val="000000"/>
                  </a:solidFill>
                  <a:custDash>
                    <a:ds d="75000" sp="300000"/>
                  </a:custDash>
                  <a:miter/>
                </a:ln>
              </p:spPr>
              <p:txBody>
                <a:bodyPr rtlCol="0" anchor="ctr"/>
                <a:lstStyle/>
                <a:p>
                  <a:endParaRPr lang="de-DE"/>
                </a:p>
              </p:txBody>
            </p:sp>
            <p:sp>
              <p:nvSpPr>
                <p:cNvPr id="28" name="Freihandform: Form 27">
                  <a:extLst>
                    <a:ext uri="{FF2B5EF4-FFF2-40B4-BE49-F238E27FC236}">
                      <a16:creationId xmlns:a16="http://schemas.microsoft.com/office/drawing/2014/main" id="{7F68A863-1CDF-DE50-8A9A-F030D8B47874}"/>
                    </a:ext>
                  </a:extLst>
                </p:cNvPr>
                <p:cNvSpPr/>
                <p:nvPr/>
              </p:nvSpPr>
              <p:spPr>
                <a:xfrm>
                  <a:off x="10987650" y="4656881"/>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9" name="Grafik 28">
                <a:extLst>
                  <a:ext uri="{FF2B5EF4-FFF2-40B4-BE49-F238E27FC236}">
                    <a16:creationId xmlns:a16="http://schemas.microsoft.com/office/drawing/2014/main" id="{81B3E7A9-6811-38A5-E8FA-3FD5D2E9E512}"/>
                  </a:ext>
                </a:extLst>
              </p:cNvPr>
              <p:cNvPicPr>
                <a:picLocks noChangeAspect="1"/>
              </p:cNvPicPr>
              <p:nvPr/>
            </p:nvPicPr>
            <p:blipFill>
              <a:blip r:embed="rId5"/>
              <a:stretch>
                <a:fillRect/>
              </a:stretch>
            </p:blipFill>
            <p:spPr>
              <a:xfrm>
                <a:off x="9939558" y="464730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30" name="Grafik 8">
              <a:extLst>
                <a:ext uri="{FF2B5EF4-FFF2-40B4-BE49-F238E27FC236}">
                  <a16:creationId xmlns:a16="http://schemas.microsoft.com/office/drawing/2014/main" id="{B2AA7280-D907-CBDD-23A0-4A0303704E6A}"/>
                </a:ext>
              </a:extLst>
            </p:cNvPr>
            <p:cNvGrpSpPr/>
            <p:nvPr/>
          </p:nvGrpSpPr>
          <p:grpSpPr>
            <a:xfrm>
              <a:off x="8416837" y="5164454"/>
              <a:ext cx="784728" cy="89783"/>
              <a:chOff x="8416837" y="5164454"/>
              <a:chExt cx="784728" cy="89783"/>
            </a:xfrm>
          </p:grpSpPr>
          <p:grpSp>
            <p:nvGrpSpPr>
              <p:cNvPr id="31" name="Grafik 8">
                <a:extLst>
                  <a:ext uri="{FF2B5EF4-FFF2-40B4-BE49-F238E27FC236}">
                    <a16:creationId xmlns:a16="http://schemas.microsoft.com/office/drawing/2014/main" id="{1DA73E0F-2DF3-FD3F-3BB3-4E140F3E5A7C}"/>
                  </a:ext>
                </a:extLst>
              </p:cNvPr>
              <p:cNvGrpSpPr/>
              <p:nvPr/>
            </p:nvGrpSpPr>
            <p:grpSpPr>
              <a:xfrm>
                <a:off x="8416837" y="5164454"/>
                <a:ext cx="784728" cy="33519"/>
                <a:chOff x="8416837" y="5164454"/>
                <a:chExt cx="784728" cy="33519"/>
              </a:xfrm>
            </p:grpSpPr>
            <p:sp>
              <p:nvSpPr>
                <p:cNvPr id="32" name="Freihandform: Form 31">
                  <a:extLst>
                    <a:ext uri="{FF2B5EF4-FFF2-40B4-BE49-F238E27FC236}">
                      <a16:creationId xmlns:a16="http://schemas.microsoft.com/office/drawing/2014/main" id="{67593B65-678A-5679-BFDC-29793380A7D7}"/>
                    </a:ext>
                  </a:extLst>
                </p:cNvPr>
                <p:cNvSpPr/>
                <p:nvPr/>
              </p:nvSpPr>
              <p:spPr>
                <a:xfrm>
                  <a:off x="8416837"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0AA30664-21B5-7016-B923-6C156100F46B}"/>
                    </a:ext>
                  </a:extLst>
                </p:cNvPr>
                <p:cNvSpPr/>
                <p:nvPr/>
              </p:nvSpPr>
              <p:spPr>
                <a:xfrm>
                  <a:off x="9168046"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34" name="Grafik 33">
                <a:extLst>
                  <a:ext uri="{FF2B5EF4-FFF2-40B4-BE49-F238E27FC236}">
                    <a16:creationId xmlns:a16="http://schemas.microsoft.com/office/drawing/2014/main" id="{7838E6F1-BA44-4B81-A912-93EA68764B00}"/>
                  </a:ext>
                </a:extLst>
              </p:cNvPr>
              <p:cNvPicPr>
                <a:picLocks noChangeAspect="1"/>
              </p:cNvPicPr>
              <p:nvPr/>
            </p:nvPicPr>
            <p:blipFill>
              <a:blip r:embed="rId5"/>
              <a:stretch>
                <a:fillRect/>
              </a:stretch>
            </p:blipFill>
            <p:spPr>
              <a:xfrm>
                <a:off x="8814277" y="5178820"/>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35" name="Grafik 8">
              <a:extLst>
                <a:ext uri="{FF2B5EF4-FFF2-40B4-BE49-F238E27FC236}">
                  <a16:creationId xmlns:a16="http://schemas.microsoft.com/office/drawing/2014/main" id="{87DA4BA9-B6C5-9AE6-B033-1DBC171D3326}"/>
                </a:ext>
              </a:extLst>
            </p:cNvPr>
            <p:cNvGrpSpPr/>
            <p:nvPr/>
          </p:nvGrpSpPr>
          <p:grpSpPr>
            <a:xfrm>
              <a:off x="7777581" y="5330230"/>
              <a:ext cx="268152" cy="180811"/>
              <a:chOff x="7777581" y="5330230"/>
              <a:chExt cx="268152" cy="180811"/>
            </a:xfrm>
          </p:grpSpPr>
          <p:grpSp>
            <p:nvGrpSpPr>
              <p:cNvPr id="36" name="Grafik 8">
                <a:extLst>
                  <a:ext uri="{FF2B5EF4-FFF2-40B4-BE49-F238E27FC236}">
                    <a16:creationId xmlns:a16="http://schemas.microsoft.com/office/drawing/2014/main" id="{EC0BDB87-ED17-DD1C-BB85-8872D389166B}"/>
                  </a:ext>
                </a:extLst>
              </p:cNvPr>
              <p:cNvGrpSpPr/>
              <p:nvPr/>
            </p:nvGrpSpPr>
            <p:grpSpPr>
              <a:xfrm>
                <a:off x="7897292" y="5330230"/>
                <a:ext cx="33519" cy="180811"/>
                <a:chOff x="7897292" y="5330230"/>
                <a:chExt cx="33519" cy="180811"/>
              </a:xfrm>
            </p:grpSpPr>
            <p:sp>
              <p:nvSpPr>
                <p:cNvPr id="37" name="Freihandform: Form 36">
                  <a:extLst>
                    <a:ext uri="{FF2B5EF4-FFF2-40B4-BE49-F238E27FC236}">
                      <a16:creationId xmlns:a16="http://schemas.microsoft.com/office/drawing/2014/main" id="{3A1B6346-4A1D-0060-6CB0-BDB24B88BE3C}"/>
                    </a:ext>
                  </a:extLst>
                </p:cNvPr>
                <p:cNvSpPr/>
                <p:nvPr/>
              </p:nvSpPr>
              <p:spPr>
                <a:xfrm>
                  <a:off x="7914051" y="5355369"/>
                  <a:ext cx="4788" cy="130532"/>
                </a:xfrm>
                <a:custGeom>
                  <a:avLst/>
                  <a:gdLst>
                    <a:gd name="connsiteX0" fmla="*/ 1 w 4788"/>
                    <a:gd name="connsiteY0" fmla="*/ 1 h 130532"/>
                    <a:gd name="connsiteX1" fmla="*/ 1 w 4788"/>
                    <a:gd name="connsiteY1" fmla="*/ 17383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17383"/>
                      </a:lnTo>
                      <a:lnTo>
                        <a:pt x="1" y="130533"/>
                      </a:lnTo>
                    </a:path>
                  </a:pathLst>
                </a:custGeom>
                <a:noFill/>
                <a:ln w="4785" cap="flat">
                  <a:solidFill>
                    <a:srgbClr val="000000"/>
                  </a:solid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6A86CAAD-C82F-7E65-CC88-EDC2FC3990BC}"/>
                    </a:ext>
                  </a:extLst>
                </p:cNvPr>
                <p:cNvSpPr/>
                <p:nvPr/>
              </p:nvSpPr>
              <p:spPr>
                <a:xfrm>
                  <a:off x="7897292"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1AC9B009-356E-1E9B-416C-D7BEC48594FE}"/>
                    </a:ext>
                  </a:extLst>
                </p:cNvPr>
                <p:cNvSpPr/>
                <p:nvPr/>
              </p:nvSpPr>
              <p:spPr>
                <a:xfrm>
                  <a:off x="7897292"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40" name="Grafik 39">
                <a:extLst>
                  <a:ext uri="{FF2B5EF4-FFF2-40B4-BE49-F238E27FC236}">
                    <a16:creationId xmlns:a16="http://schemas.microsoft.com/office/drawing/2014/main" id="{D4D00B3E-5D15-3CE3-836A-53D5247CBDED}"/>
                  </a:ext>
                </a:extLst>
              </p:cNvPr>
              <p:cNvPicPr>
                <a:picLocks noChangeAspect="1"/>
              </p:cNvPicPr>
              <p:nvPr/>
            </p:nvPicPr>
            <p:blipFill>
              <a:blip r:embed="rId6"/>
              <a:stretch>
                <a:fillRect/>
              </a:stretch>
            </p:blipFill>
            <p:spPr>
              <a:xfrm>
                <a:off x="7777581"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41" name="Grafik 8">
              <a:extLst>
                <a:ext uri="{FF2B5EF4-FFF2-40B4-BE49-F238E27FC236}">
                  <a16:creationId xmlns:a16="http://schemas.microsoft.com/office/drawing/2014/main" id="{27914968-E6A7-201D-71CC-B61EA7FCA499}"/>
                </a:ext>
              </a:extLst>
            </p:cNvPr>
            <p:cNvGrpSpPr/>
            <p:nvPr/>
          </p:nvGrpSpPr>
          <p:grpSpPr>
            <a:xfrm>
              <a:off x="8213328" y="5330230"/>
              <a:ext cx="268152" cy="180811"/>
              <a:chOff x="8213328" y="5330230"/>
              <a:chExt cx="268152" cy="180811"/>
            </a:xfrm>
          </p:grpSpPr>
          <p:grpSp>
            <p:nvGrpSpPr>
              <p:cNvPr id="42" name="Grafik 8">
                <a:extLst>
                  <a:ext uri="{FF2B5EF4-FFF2-40B4-BE49-F238E27FC236}">
                    <a16:creationId xmlns:a16="http://schemas.microsoft.com/office/drawing/2014/main" id="{E73CE58F-D671-0819-DE73-0C11514F7870}"/>
                  </a:ext>
                </a:extLst>
              </p:cNvPr>
              <p:cNvGrpSpPr/>
              <p:nvPr/>
            </p:nvGrpSpPr>
            <p:grpSpPr>
              <a:xfrm>
                <a:off x="8328251" y="5330230"/>
                <a:ext cx="33519" cy="180811"/>
                <a:chOff x="8328251" y="5330230"/>
                <a:chExt cx="33519" cy="180811"/>
              </a:xfrm>
            </p:grpSpPr>
            <p:sp>
              <p:nvSpPr>
                <p:cNvPr id="43" name="Freihandform: Form 42">
                  <a:extLst>
                    <a:ext uri="{FF2B5EF4-FFF2-40B4-BE49-F238E27FC236}">
                      <a16:creationId xmlns:a16="http://schemas.microsoft.com/office/drawing/2014/main" id="{4AACC823-AB3B-F168-D90C-70180DA27061}"/>
                    </a:ext>
                  </a:extLst>
                </p:cNvPr>
                <p:cNvSpPr/>
                <p:nvPr/>
              </p:nvSpPr>
              <p:spPr>
                <a:xfrm>
                  <a:off x="8345010" y="5355369"/>
                  <a:ext cx="4788" cy="130532"/>
                </a:xfrm>
                <a:custGeom>
                  <a:avLst/>
                  <a:gdLst>
                    <a:gd name="connsiteX0" fmla="*/ 1 w 4788"/>
                    <a:gd name="connsiteY0" fmla="*/ 1 h 130532"/>
                    <a:gd name="connsiteX1" fmla="*/ 1 w 4788"/>
                    <a:gd name="connsiteY1" fmla="*/ 65267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65267"/>
                      </a:lnTo>
                      <a:lnTo>
                        <a:pt x="1" y="130533"/>
                      </a:lnTo>
                    </a:path>
                  </a:pathLst>
                </a:custGeom>
                <a:noFill/>
                <a:ln w="4785" cap="flat">
                  <a:solidFill>
                    <a:srgbClr val="000000"/>
                  </a:solidFill>
                  <a:prstDash val="solid"/>
                  <a:miter/>
                </a:ln>
              </p:spPr>
              <p:txBody>
                <a:bodyPr rtlCol="0" anchor="ctr"/>
                <a:lstStyle/>
                <a:p>
                  <a:endParaRPr lang="de-DE"/>
                </a:p>
              </p:txBody>
            </p:sp>
            <p:sp>
              <p:nvSpPr>
                <p:cNvPr id="44" name="Freihandform: Form 43">
                  <a:extLst>
                    <a:ext uri="{FF2B5EF4-FFF2-40B4-BE49-F238E27FC236}">
                      <a16:creationId xmlns:a16="http://schemas.microsoft.com/office/drawing/2014/main" id="{425CAB68-A8FF-779A-A3DF-F0374FC46EA1}"/>
                    </a:ext>
                  </a:extLst>
                </p:cNvPr>
                <p:cNvSpPr/>
                <p:nvPr/>
              </p:nvSpPr>
              <p:spPr>
                <a:xfrm>
                  <a:off x="8328251"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45" name="Freihandform: Form 44">
                  <a:extLst>
                    <a:ext uri="{FF2B5EF4-FFF2-40B4-BE49-F238E27FC236}">
                      <a16:creationId xmlns:a16="http://schemas.microsoft.com/office/drawing/2014/main" id="{75996BDF-3249-CA22-5954-D88E6E15B9BC}"/>
                    </a:ext>
                  </a:extLst>
                </p:cNvPr>
                <p:cNvSpPr/>
                <p:nvPr/>
              </p:nvSpPr>
              <p:spPr>
                <a:xfrm>
                  <a:off x="8328251"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46" name="Grafik 45">
                <a:extLst>
                  <a:ext uri="{FF2B5EF4-FFF2-40B4-BE49-F238E27FC236}">
                    <a16:creationId xmlns:a16="http://schemas.microsoft.com/office/drawing/2014/main" id="{B0C94AC8-10B2-3871-8666-923C1DC7AD14}"/>
                  </a:ext>
                </a:extLst>
              </p:cNvPr>
              <p:cNvPicPr>
                <a:picLocks noChangeAspect="1"/>
              </p:cNvPicPr>
              <p:nvPr/>
            </p:nvPicPr>
            <p:blipFill>
              <a:blip r:embed="rId6"/>
              <a:stretch>
                <a:fillRect/>
              </a:stretch>
            </p:blipFill>
            <p:spPr>
              <a:xfrm>
                <a:off x="8213328"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47" name="Grafik 8">
              <a:extLst>
                <a:ext uri="{FF2B5EF4-FFF2-40B4-BE49-F238E27FC236}">
                  <a16:creationId xmlns:a16="http://schemas.microsoft.com/office/drawing/2014/main" id="{7060A257-E340-86E3-F929-E031128C258C}"/>
                </a:ext>
              </a:extLst>
            </p:cNvPr>
            <p:cNvGrpSpPr/>
            <p:nvPr/>
          </p:nvGrpSpPr>
          <p:grpSpPr>
            <a:xfrm>
              <a:off x="7842225" y="5037561"/>
              <a:ext cx="574611" cy="287305"/>
              <a:chOff x="7842225" y="5037561"/>
              <a:chExt cx="574611" cy="287305"/>
            </a:xfrm>
            <a:solidFill>
              <a:srgbClr val="FFFFFF"/>
            </a:solidFill>
          </p:grpSpPr>
          <p:sp>
            <p:nvSpPr>
              <p:cNvPr id="48" name="Freihandform: Form 47">
                <a:extLst>
                  <a:ext uri="{FF2B5EF4-FFF2-40B4-BE49-F238E27FC236}">
                    <a16:creationId xmlns:a16="http://schemas.microsoft.com/office/drawing/2014/main" id="{691DFF4C-E38C-9F4D-0C5E-58B292E416E6}"/>
                  </a:ext>
                </a:extLst>
              </p:cNvPr>
              <p:cNvSpPr/>
              <p:nvPr/>
            </p:nvSpPr>
            <p:spPr>
              <a:xfrm>
                <a:off x="7842225"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49" name="Grafik 48">
                <a:extLst>
                  <a:ext uri="{FF2B5EF4-FFF2-40B4-BE49-F238E27FC236}">
                    <a16:creationId xmlns:a16="http://schemas.microsoft.com/office/drawing/2014/main" id="{B45BC14A-77B5-FF9F-3898-487F81305928}"/>
                  </a:ext>
                </a:extLst>
              </p:cNvPr>
              <p:cNvPicPr>
                <a:picLocks noChangeAspect="1"/>
              </p:cNvPicPr>
              <p:nvPr/>
            </p:nvPicPr>
            <p:blipFill>
              <a:blip r:embed="rId7"/>
              <a:stretch>
                <a:fillRect/>
              </a:stretch>
            </p:blipFill>
            <p:spPr>
              <a:xfrm>
                <a:off x="7844619"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50" name="Grafik 8">
              <a:extLst>
                <a:ext uri="{FF2B5EF4-FFF2-40B4-BE49-F238E27FC236}">
                  <a16:creationId xmlns:a16="http://schemas.microsoft.com/office/drawing/2014/main" id="{BE669934-0F15-9ACC-C667-5CB98A1CD8B1}"/>
                </a:ext>
              </a:extLst>
            </p:cNvPr>
            <p:cNvGrpSpPr/>
            <p:nvPr/>
          </p:nvGrpSpPr>
          <p:grpSpPr>
            <a:xfrm>
              <a:off x="10648821" y="4206768"/>
              <a:ext cx="516001" cy="192734"/>
              <a:chOff x="10648821" y="4206768"/>
              <a:chExt cx="516001" cy="192734"/>
            </a:xfrm>
          </p:grpSpPr>
          <p:grpSp>
            <p:nvGrpSpPr>
              <p:cNvPr id="51" name="Grafik 8">
                <a:extLst>
                  <a:ext uri="{FF2B5EF4-FFF2-40B4-BE49-F238E27FC236}">
                    <a16:creationId xmlns:a16="http://schemas.microsoft.com/office/drawing/2014/main" id="{BD781FD5-2FA2-96A3-DCA4-DA72132DB776}"/>
                  </a:ext>
                </a:extLst>
              </p:cNvPr>
              <p:cNvGrpSpPr/>
              <p:nvPr/>
            </p:nvGrpSpPr>
            <p:grpSpPr>
              <a:xfrm>
                <a:off x="10648821" y="4206768"/>
                <a:ext cx="516001" cy="33519"/>
                <a:chOff x="10648821" y="4206768"/>
                <a:chExt cx="516001" cy="33519"/>
              </a:xfrm>
            </p:grpSpPr>
            <p:sp>
              <p:nvSpPr>
                <p:cNvPr id="52" name="Freihandform: Form 51">
                  <a:extLst>
                    <a:ext uri="{FF2B5EF4-FFF2-40B4-BE49-F238E27FC236}">
                      <a16:creationId xmlns:a16="http://schemas.microsoft.com/office/drawing/2014/main" id="{CC41D755-8F72-9292-9E33-61420FD6182F}"/>
                    </a:ext>
                  </a:extLst>
                </p:cNvPr>
                <p:cNvSpPr/>
                <p:nvPr/>
              </p:nvSpPr>
              <p:spPr>
                <a:xfrm>
                  <a:off x="10673960" y="4223527"/>
                  <a:ext cx="465722" cy="4788"/>
                </a:xfrm>
                <a:custGeom>
                  <a:avLst/>
                  <a:gdLst>
                    <a:gd name="connsiteX0" fmla="*/ 1 w 465722"/>
                    <a:gd name="connsiteY0" fmla="*/ 1 h 4788"/>
                    <a:gd name="connsiteX1" fmla="*/ 465723 w 465722"/>
                    <a:gd name="connsiteY1" fmla="*/ 1 h 4788"/>
                  </a:gdLst>
                  <a:ahLst/>
                  <a:cxnLst>
                    <a:cxn ang="0">
                      <a:pos x="connsiteX0" y="connsiteY0"/>
                    </a:cxn>
                    <a:cxn ang="0">
                      <a:pos x="connsiteX1" y="connsiteY1"/>
                    </a:cxn>
                  </a:cxnLst>
                  <a:rect l="l" t="t" r="r" b="b"/>
                  <a:pathLst>
                    <a:path w="465722" h="4788">
                      <a:moveTo>
                        <a:pt x="1" y="1"/>
                      </a:moveTo>
                      <a:lnTo>
                        <a:pt x="465723" y="1"/>
                      </a:lnTo>
                    </a:path>
                  </a:pathLst>
                </a:custGeom>
                <a:noFill/>
                <a:ln w="4785" cap="flat">
                  <a:solidFill>
                    <a:srgbClr val="000000"/>
                  </a:solidFill>
                  <a:prstDash val="solid"/>
                  <a:miter/>
                </a:ln>
              </p:spPr>
              <p:txBody>
                <a:bodyPr rtlCol="0" anchor="ctr"/>
                <a:lstStyle/>
                <a:p>
                  <a:endParaRPr lang="de-DE"/>
                </a:p>
              </p:txBody>
            </p:sp>
            <p:sp>
              <p:nvSpPr>
                <p:cNvPr id="53" name="Freihandform: Form 52">
                  <a:extLst>
                    <a:ext uri="{FF2B5EF4-FFF2-40B4-BE49-F238E27FC236}">
                      <a16:creationId xmlns:a16="http://schemas.microsoft.com/office/drawing/2014/main" id="{517C4CEC-2811-3CD9-4846-433607A56E82}"/>
                    </a:ext>
                  </a:extLst>
                </p:cNvPr>
                <p:cNvSpPr/>
                <p:nvPr/>
              </p:nvSpPr>
              <p:spPr>
                <a:xfrm>
                  <a:off x="10648821" y="4206768"/>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54" name="Freihandform: Form 53">
                  <a:extLst>
                    <a:ext uri="{FF2B5EF4-FFF2-40B4-BE49-F238E27FC236}">
                      <a16:creationId xmlns:a16="http://schemas.microsoft.com/office/drawing/2014/main" id="{334F193C-C4FE-9471-D3FE-A8046E274B85}"/>
                    </a:ext>
                  </a:extLst>
                </p:cNvPr>
                <p:cNvSpPr/>
                <p:nvPr/>
              </p:nvSpPr>
              <p:spPr>
                <a:xfrm>
                  <a:off x="11131303" y="4206768"/>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55" name="Grafik 54">
                <a:extLst>
                  <a:ext uri="{FF2B5EF4-FFF2-40B4-BE49-F238E27FC236}">
                    <a16:creationId xmlns:a16="http://schemas.microsoft.com/office/drawing/2014/main" id="{CD199359-6B3F-B3CB-9F82-C4F1076B6E5F}"/>
                  </a:ext>
                </a:extLst>
              </p:cNvPr>
              <p:cNvPicPr>
                <a:picLocks noChangeAspect="1"/>
              </p:cNvPicPr>
              <p:nvPr/>
            </p:nvPicPr>
            <p:blipFill>
              <a:blip r:embed="rId6"/>
              <a:stretch>
                <a:fillRect/>
              </a:stretch>
            </p:blipFill>
            <p:spPr>
              <a:xfrm>
                <a:off x="10779928" y="4261835"/>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56" name="Grafik 8">
              <a:extLst>
                <a:ext uri="{FF2B5EF4-FFF2-40B4-BE49-F238E27FC236}">
                  <a16:creationId xmlns:a16="http://schemas.microsoft.com/office/drawing/2014/main" id="{BA94D251-5656-D27F-4F68-13915F38EC35}"/>
                </a:ext>
              </a:extLst>
            </p:cNvPr>
            <p:cNvGrpSpPr/>
            <p:nvPr/>
          </p:nvGrpSpPr>
          <p:grpSpPr>
            <a:xfrm>
              <a:off x="10308267" y="4367180"/>
              <a:ext cx="110133" cy="1670588"/>
              <a:chOff x="10308267" y="4367180"/>
              <a:chExt cx="110133" cy="1670588"/>
            </a:xfrm>
          </p:grpSpPr>
          <p:grpSp>
            <p:nvGrpSpPr>
              <p:cNvPr id="57" name="Grafik 8">
                <a:extLst>
                  <a:ext uri="{FF2B5EF4-FFF2-40B4-BE49-F238E27FC236}">
                    <a16:creationId xmlns:a16="http://schemas.microsoft.com/office/drawing/2014/main" id="{0FE0FCF0-58F7-8E6F-A07F-FA81976E2297}"/>
                  </a:ext>
                </a:extLst>
              </p:cNvPr>
              <p:cNvGrpSpPr/>
              <p:nvPr/>
            </p:nvGrpSpPr>
            <p:grpSpPr>
              <a:xfrm>
                <a:off x="10339392" y="4367180"/>
                <a:ext cx="33519" cy="1670588"/>
                <a:chOff x="10339392" y="4367180"/>
                <a:chExt cx="33519" cy="1670588"/>
              </a:xfrm>
            </p:grpSpPr>
            <p:sp>
              <p:nvSpPr>
                <p:cNvPr id="58" name="Freihandform: Form 57">
                  <a:extLst>
                    <a:ext uri="{FF2B5EF4-FFF2-40B4-BE49-F238E27FC236}">
                      <a16:creationId xmlns:a16="http://schemas.microsoft.com/office/drawing/2014/main" id="{8C906AB3-21F9-3B9A-3259-FE5828EB12BA}"/>
                    </a:ext>
                  </a:extLst>
                </p:cNvPr>
                <p:cNvSpPr/>
                <p:nvPr/>
              </p:nvSpPr>
              <p:spPr>
                <a:xfrm>
                  <a:off x="10356152" y="4367180"/>
                  <a:ext cx="4788" cy="1645449"/>
                </a:xfrm>
                <a:custGeom>
                  <a:avLst/>
                  <a:gdLst>
                    <a:gd name="connsiteX0" fmla="*/ 1 w 4788"/>
                    <a:gd name="connsiteY0" fmla="*/ 1 h 1645449"/>
                    <a:gd name="connsiteX1" fmla="*/ 1 w 4788"/>
                    <a:gd name="connsiteY1" fmla="*/ 1645450 h 1645449"/>
                  </a:gdLst>
                  <a:ahLst/>
                  <a:cxnLst>
                    <a:cxn ang="0">
                      <a:pos x="connsiteX0" y="connsiteY0"/>
                    </a:cxn>
                    <a:cxn ang="0">
                      <a:pos x="connsiteX1" y="connsiteY1"/>
                    </a:cxn>
                  </a:cxnLst>
                  <a:rect l="l" t="t" r="r" b="b"/>
                  <a:pathLst>
                    <a:path w="4788" h="1645449">
                      <a:moveTo>
                        <a:pt x="1" y="1"/>
                      </a:moveTo>
                      <a:lnTo>
                        <a:pt x="1" y="1645450"/>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59" name="Freihandform: Form 58">
                  <a:extLst>
                    <a:ext uri="{FF2B5EF4-FFF2-40B4-BE49-F238E27FC236}">
                      <a16:creationId xmlns:a16="http://schemas.microsoft.com/office/drawing/2014/main" id="{E2DDC5A3-DC19-B5BC-3DEE-2F5E2E3D5A70}"/>
                    </a:ext>
                  </a:extLst>
                </p:cNvPr>
                <p:cNvSpPr/>
                <p:nvPr/>
              </p:nvSpPr>
              <p:spPr>
                <a:xfrm>
                  <a:off x="10339392" y="6004250"/>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60" name="Grafik 59">
                <a:extLst>
                  <a:ext uri="{FF2B5EF4-FFF2-40B4-BE49-F238E27FC236}">
                    <a16:creationId xmlns:a16="http://schemas.microsoft.com/office/drawing/2014/main" id="{4F45DB8E-45BA-6C4D-0CAE-BDAD60253DEE}"/>
                  </a:ext>
                </a:extLst>
              </p:cNvPr>
              <p:cNvPicPr>
                <a:picLocks noChangeAspect="1"/>
              </p:cNvPicPr>
              <p:nvPr/>
            </p:nvPicPr>
            <p:blipFill>
              <a:blip r:embed="rId3"/>
              <a:stretch>
                <a:fillRect/>
              </a:stretch>
            </p:blipFill>
            <p:spPr>
              <a:xfrm>
                <a:off x="10308267" y="5250646"/>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61" name="Grafik 8">
              <a:extLst>
                <a:ext uri="{FF2B5EF4-FFF2-40B4-BE49-F238E27FC236}">
                  <a16:creationId xmlns:a16="http://schemas.microsoft.com/office/drawing/2014/main" id="{D4C374A6-F837-1C65-39C7-22F13C469069}"/>
                </a:ext>
              </a:extLst>
            </p:cNvPr>
            <p:cNvGrpSpPr/>
            <p:nvPr/>
          </p:nvGrpSpPr>
          <p:grpSpPr>
            <a:xfrm>
              <a:off x="8422200" y="3833270"/>
              <a:ext cx="1933951" cy="246604"/>
              <a:chOff x="8422200" y="3833270"/>
              <a:chExt cx="1933951" cy="246604"/>
            </a:xfrm>
          </p:grpSpPr>
          <p:grpSp>
            <p:nvGrpSpPr>
              <p:cNvPr id="62" name="Grafik 8">
                <a:extLst>
                  <a:ext uri="{FF2B5EF4-FFF2-40B4-BE49-F238E27FC236}">
                    <a16:creationId xmlns:a16="http://schemas.microsoft.com/office/drawing/2014/main" id="{AFC489A9-2BB4-537B-72D5-E194C9FF532E}"/>
                  </a:ext>
                </a:extLst>
              </p:cNvPr>
              <p:cNvGrpSpPr/>
              <p:nvPr/>
            </p:nvGrpSpPr>
            <p:grpSpPr>
              <a:xfrm>
                <a:off x="8422200" y="3847635"/>
                <a:ext cx="1933951" cy="232238"/>
                <a:chOff x="8422200" y="3847635"/>
                <a:chExt cx="1933951" cy="232238"/>
              </a:xfrm>
            </p:grpSpPr>
            <p:sp>
              <p:nvSpPr>
                <p:cNvPr id="63" name="Freihandform: Form 62">
                  <a:extLst>
                    <a:ext uri="{FF2B5EF4-FFF2-40B4-BE49-F238E27FC236}">
                      <a16:creationId xmlns:a16="http://schemas.microsoft.com/office/drawing/2014/main" id="{C45D09B1-5100-611D-072A-86BC7AAE2B41}"/>
                    </a:ext>
                  </a:extLst>
                </p:cNvPr>
                <p:cNvSpPr/>
                <p:nvPr/>
              </p:nvSpPr>
              <p:spPr>
                <a:xfrm>
                  <a:off x="8447339" y="3864395"/>
                  <a:ext cx="1908812" cy="215479"/>
                </a:xfrm>
                <a:custGeom>
                  <a:avLst/>
                  <a:gdLst>
                    <a:gd name="connsiteX0" fmla="*/ 1908813 w 1908812"/>
                    <a:gd name="connsiteY0" fmla="*/ 215480 h 215479"/>
                    <a:gd name="connsiteX1" fmla="*/ 1908813 w 1908812"/>
                    <a:gd name="connsiteY1" fmla="*/ 288 h 215479"/>
                    <a:gd name="connsiteX2" fmla="*/ 1 w 1908812"/>
                    <a:gd name="connsiteY2" fmla="*/ 1 h 215479"/>
                  </a:gdLst>
                  <a:ahLst/>
                  <a:cxnLst>
                    <a:cxn ang="0">
                      <a:pos x="connsiteX0" y="connsiteY0"/>
                    </a:cxn>
                    <a:cxn ang="0">
                      <a:pos x="connsiteX1" y="connsiteY1"/>
                    </a:cxn>
                    <a:cxn ang="0">
                      <a:pos x="connsiteX2" y="connsiteY2"/>
                    </a:cxn>
                  </a:cxnLst>
                  <a:rect l="l" t="t" r="r" b="b"/>
                  <a:pathLst>
                    <a:path w="1908812" h="215479">
                      <a:moveTo>
                        <a:pt x="1908813" y="215480"/>
                      </a:moveTo>
                      <a:lnTo>
                        <a:pt x="1908813" y="288"/>
                      </a:lnTo>
                      <a:lnTo>
                        <a:pt x="1" y="1"/>
                      </a:lnTo>
                    </a:path>
                  </a:pathLst>
                </a:custGeom>
                <a:noFill/>
                <a:ln w="4785" cap="flat">
                  <a:solidFill>
                    <a:srgbClr val="000000"/>
                  </a:solidFill>
                  <a:prstDash val="solid"/>
                  <a:miter/>
                </a:ln>
              </p:spPr>
              <p:txBody>
                <a:bodyPr rtlCol="0" anchor="ctr"/>
                <a:lstStyle/>
                <a:p>
                  <a:endParaRPr lang="de-DE"/>
                </a:p>
              </p:txBody>
            </p:sp>
            <p:sp>
              <p:nvSpPr>
                <p:cNvPr id="64" name="Freihandform: Form 63">
                  <a:extLst>
                    <a:ext uri="{FF2B5EF4-FFF2-40B4-BE49-F238E27FC236}">
                      <a16:creationId xmlns:a16="http://schemas.microsoft.com/office/drawing/2014/main" id="{3355E1ED-8A50-D7A0-ED98-EFA83D6B87CC}"/>
                    </a:ext>
                  </a:extLst>
                </p:cNvPr>
                <p:cNvSpPr/>
                <p:nvPr/>
              </p:nvSpPr>
              <p:spPr>
                <a:xfrm>
                  <a:off x="8422200" y="3847635"/>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65" name="Grafik 64">
                <a:extLst>
                  <a:ext uri="{FF2B5EF4-FFF2-40B4-BE49-F238E27FC236}">
                    <a16:creationId xmlns:a16="http://schemas.microsoft.com/office/drawing/2014/main" id="{12F6DBA4-9A52-F726-C7FE-B5CAD4BD8B59}"/>
                  </a:ext>
                </a:extLst>
              </p:cNvPr>
              <p:cNvPicPr>
                <a:picLocks noChangeAspect="1"/>
              </p:cNvPicPr>
              <p:nvPr/>
            </p:nvPicPr>
            <p:blipFill>
              <a:blip r:embed="rId8"/>
              <a:stretch>
                <a:fillRect/>
              </a:stretch>
            </p:blipFill>
            <p:spPr>
              <a:xfrm>
                <a:off x="9233264" y="3833270"/>
                <a:ext cx="105345" cy="75417"/>
              </a:xfrm>
              <a:custGeom>
                <a:avLst/>
                <a:gdLst>
                  <a:gd name="connsiteX0" fmla="*/ 0 w 105345"/>
                  <a:gd name="connsiteY0" fmla="*/ 0 h 75417"/>
                  <a:gd name="connsiteX1" fmla="*/ 105346 w 105345"/>
                  <a:gd name="connsiteY1" fmla="*/ 0 h 75417"/>
                  <a:gd name="connsiteX2" fmla="*/ 105346 w 105345"/>
                  <a:gd name="connsiteY2" fmla="*/ 75418 h 75417"/>
                  <a:gd name="connsiteX3" fmla="*/ 0 w 105345"/>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05345" h="75417">
                    <a:moveTo>
                      <a:pt x="0" y="0"/>
                    </a:moveTo>
                    <a:lnTo>
                      <a:pt x="105346" y="0"/>
                    </a:lnTo>
                    <a:lnTo>
                      <a:pt x="105346" y="75418"/>
                    </a:lnTo>
                    <a:lnTo>
                      <a:pt x="0" y="75418"/>
                    </a:lnTo>
                    <a:close/>
                  </a:path>
                </a:pathLst>
              </a:custGeom>
            </p:spPr>
          </p:pic>
        </p:grpSp>
        <p:grpSp>
          <p:nvGrpSpPr>
            <p:cNvPr id="66" name="Grafik 8">
              <a:extLst>
                <a:ext uri="{FF2B5EF4-FFF2-40B4-BE49-F238E27FC236}">
                  <a16:creationId xmlns:a16="http://schemas.microsoft.com/office/drawing/2014/main" id="{FB14D33D-6E81-F0C9-4977-88B16330F172}"/>
                </a:ext>
              </a:extLst>
            </p:cNvPr>
            <p:cNvGrpSpPr/>
            <p:nvPr/>
          </p:nvGrpSpPr>
          <p:grpSpPr>
            <a:xfrm>
              <a:off x="10068846" y="4079874"/>
              <a:ext cx="574611" cy="287305"/>
              <a:chOff x="10068846" y="4079874"/>
              <a:chExt cx="574611" cy="287305"/>
            </a:xfrm>
            <a:solidFill>
              <a:srgbClr val="FFFFFF"/>
            </a:solidFill>
          </p:grpSpPr>
          <p:sp>
            <p:nvSpPr>
              <p:cNvPr id="67" name="Freihandform: Form 66">
                <a:extLst>
                  <a:ext uri="{FF2B5EF4-FFF2-40B4-BE49-F238E27FC236}">
                    <a16:creationId xmlns:a16="http://schemas.microsoft.com/office/drawing/2014/main" id="{9DEE3C9D-5AC5-351D-3F23-8507830A9250}"/>
                  </a:ext>
                </a:extLst>
              </p:cNvPr>
              <p:cNvSpPr/>
              <p:nvPr/>
            </p:nvSpPr>
            <p:spPr>
              <a:xfrm>
                <a:off x="10068846" y="4079874"/>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68" name="Grafik 67">
                <a:extLst>
                  <a:ext uri="{FF2B5EF4-FFF2-40B4-BE49-F238E27FC236}">
                    <a16:creationId xmlns:a16="http://schemas.microsoft.com/office/drawing/2014/main" id="{C7C961F9-C6BB-C02B-BCB2-F2589F4226B1}"/>
                  </a:ext>
                </a:extLst>
              </p:cNvPr>
              <p:cNvPicPr>
                <a:picLocks noChangeAspect="1"/>
              </p:cNvPicPr>
              <p:nvPr/>
            </p:nvPicPr>
            <p:blipFill>
              <a:blip r:embed="rId9"/>
              <a:stretch>
                <a:fillRect/>
              </a:stretch>
            </p:blipFill>
            <p:spPr>
              <a:xfrm>
                <a:off x="10071240" y="4154095"/>
                <a:ext cx="565034" cy="153229"/>
              </a:xfrm>
              <a:custGeom>
                <a:avLst/>
                <a:gdLst>
                  <a:gd name="connsiteX0" fmla="*/ 0 w 565034"/>
                  <a:gd name="connsiteY0" fmla="*/ 0 h 153229"/>
                  <a:gd name="connsiteX1" fmla="*/ 565035 w 565034"/>
                  <a:gd name="connsiteY1" fmla="*/ 0 h 153229"/>
                  <a:gd name="connsiteX2" fmla="*/ 565035 w 565034"/>
                  <a:gd name="connsiteY2" fmla="*/ 153230 h 153229"/>
                  <a:gd name="connsiteX3" fmla="*/ 0 w 565034"/>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565034" h="153229">
                    <a:moveTo>
                      <a:pt x="0" y="0"/>
                    </a:moveTo>
                    <a:lnTo>
                      <a:pt x="565035" y="0"/>
                    </a:lnTo>
                    <a:lnTo>
                      <a:pt x="565035" y="153230"/>
                    </a:lnTo>
                    <a:lnTo>
                      <a:pt x="0" y="153230"/>
                    </a:lnTo>
                    <a:close/>
                  </a:path>
                </a:pathLst>
              </a:custGeom>
            </p:spPr>
          </p:pic>
        </p:grpSp>
        <p:grpSp>
          <p:nvGrpSpPr>
            <p:cNvPr id="69" name="Grafik 8">
              <a:extLst>
                <a:ext uri="{FF2B5EF4-FFF2-40B4-BE49-F238E27FC236}">
                  <a16:creationId xmlns:a16="http://schemas.microsoft.com/office/drawing/2014/main" id="{34DB06F1-5F98-5320-93B7-D859F40DB1AF}"/>
                </a:ext>
              </a:extLst>
            </p:cNvPr>
            <p:cNvGrpSpPr/>
            <p:nvPr/>
          </p:nvGrpSpPr>
          <p:grpSpPr>
            <a:xfrm>
              <a:off x="8422200" y="3751867"/>
              <a:ext cx="3418365" cy="902619"/>
              <a:chOff x="8422200" y="3751867"/>
              <a:chExt cx="3418365" cy="902619"/>
            </a:xfrm>
          </p:grpSpPr>
          <p:grpSp>
            <p:nvGrpSpPr>
              <p:cNvPr id="70" name="Grafik 8">
                <a:extLst>
                  <a:ext uri="{FF2B5EF4-FFF2-40B4-BE49-F238E27FC236}">
                    <a16:creationId xmlns:a16="http://schemas.microsoft.com/office/drawing/2014/main" id="{CE0C3E0D-6160-4C3C-18CB-6C8E3492AE2C}"/>
                  </a:ext>
                </a:extLst>
              </p:cNvPr>
              <p:cNvGrpSpPr/>
              <p:nvPr/>
            </p:nvGrpSpPr>
            <p:grpSpPr>
              <a:xfrm>
                <a:off x="8422200" y="3775809"/>
                <a:ext cx="3418365" cy="878677"/>
                <a:chOff x="8422200" y="3775809"/>
                <a:chExt cx="3418365" cy="878677"/>
              </a:xfrm>
            </p:grpSpPr>
            <p:sp>
              <p:nvSpPr>
                <p:cNvPr id="71" name="Freihandform: Form 70">
                  <a:extLst>
                    <a:ext uri="{FF2B5EF4-FFF2-40B4-BE49-F238E27FC236}">
                      <a16:creationId xmlns:a16="http://schemas.microsoft.com/office/drawing/2014/main" id="{19B344CC-AE9A-E7DC-B347-A369CFD0D6CC}"/>
                    </a:ext>
                  </a:extLst>
                </p:cNvPr>
                <p:cNvSpPr/>
                <p:nvPr/>
              </p:nvSpPr>
              <p:spPr>
                <a:xfrm>
                  <a:off x="8447339" y="3792569"/>
                  <a:ext cx="3393226" cy="861917"/>
                </a:xfrm>
                <a:custGeom>
                  <a:avLst/>
                  <a:gdLst>
                    <a:gd name="connsiteX0" fmla="*/ 3153806 w 3393226"/>
                    <a:gd name="connsiteY0" fmla="*/ 861918 h 861917"/>
                    <a:gd name="connsiteX1" fmla="*/ 3393227 w 3393226"/>
                    <a:gd name="connsiteY1" fmla="*/ 861918 h 861917"/>
                    <a:gd name="connsiteX2" fmla="*/ 3393227 w 3393226"/>
                    <a:gd name="connsiteY2" fmla="*/ 1 h 861917"/>
                    <a:gd name="connsiteX3" fmla="*/ 1 w 3393226"/>
                    <a:gd name="connsiteY3" fmla="*/ 1 h 861917"/>
                  </a:gdLst>
                  <a:ahLst/>
                  <a:cxnLst>
                    <a:cxn ang="0">
                      <a:pos x="connsiteX0" y="connsiteY0"/>
                    </a:cxn>
                    <a:cxn ang="0">
                      <a:pos x="connsiteX1" y="connsiteY1"/>
                    </a:cxn>
                    <a:cxn ang="0">
                      <a:pos x="connsiteX2" y="connsiteY2"/>
                    </a:cxn>
                    <a:cxn ang="0">
                      <a:pos x="connsiteX3" y="connsiteY3"/>
                    </a:cxn>
                  </a:cxnLst>
                  <a:rect l="l" t="t" r="r" b="b"/>
                  <a:pathLst>
                    <a:path w="3393226" h="861917">
                      <a:moveTo>
                        <a:pt x="3153806" y="861918"/>
                      </a:moveTo>
                      <a:lnTo>
                        <a:pt x="3393227" y="861918"/>
                      </a:lnTo>
                      <a:lnTo>
                        <a:pt x="3393227" y="1"/>
                      </a:lnTo>
                      <a:lnTo>
                        <a:pt x="1" y="1"/>
                      </a:lnTo>
                    </a:path>
                  </a:pathLst>
                </a:custGeom>
                <a:noFill/>
                <a:ln w="4785" cap="flat">
                  <a:solidFill>
                    <a:srgbClr val="000000"/>
                  </a:solidFill>
                  <a:prstDash val="solid"/>
                  <a:miter/>
                </a:ln>
              </p:spPr>
              <p:txBody>
                <a:bodyPr rtlCol="0" anchor="ctr"/>
                <a:lstStyle/>
                <a:p>
                  <a:endParaRPr lang="de-DE"/>
                </a:p>
              </p:txBody>
            </p:sp>
            <p:sp>
              <p:nvSpPr>
                <p:cNvPr id="72" name="Freihandform: Form 71">
                  <a:extLst>
                    <a:ext uri="{FF2B5EF4-FFF2-40B4-BE49-F238E27FC236}">
                      <a16:creationId xmlns:a16="http://schemas.microsoft.com/office/drawing/2014/main" id="{A602B6A2-10D2-E761-24DD-4C92760C4ABC}"/>
                    </a:ext>
                  </a:extLst>
                </p:cNvPr>
                <p:cNvSpPr/>
                <p:nvPr/>
              </p:nvSpPr>
              <p:spPr>
                <a:xfrm>
                  <a:off x="8422200" y="3775809"/>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73" name="Grafik 72">
                <a:extLst>
                  <a:ext uri="{FF2B5EF4-FFF2-40B4-BE49-F238E27FC236}">
                    <a16:creationId xmlns:a16="http://schemas.microsoft.com/office/drawing/2014/main" id="{FD282DFD-2819-021C-37F5-6930D9861F62}"/>
                  </a:ext>
                </a:extLst>
              </p:cNvPr>
              <p:cNvPicPr>
                <a:picLocks noChangeAspect="1"/>
              </p:cNvPicPr>
              <p:nvPr/>
            </p:nvPicPr>
            <p:blipFill>
              <a:blip r:embed="rId8"/>
              <a:stretch>
                <a:fillRect/>
              </a:stretch>
            </p:blipFill>
            <p:spPr>
              <a:xfrm>
                <a:off x="9218899" y="3751867"/>
                <a:ext cx="105345" cy="75417"/>
              </a:xfrm>
              <a:custGeom>
                <a:avLst/>
                <a:gdLst>
                  <a:gd name="connsiteX0" fmla="*/ 0 w 105345"/>
                  <a:gd name="connsiteY0" fmla="*/ 0 h 75417"/>
                  <a:gd name="connsiteX1" fmla="*/ 105346 w 105345"/>
                  <a:gd name="connsiteY1" fmla="*/ 0 h 75417"/>
                  <a:gd name="connsiteX2" fmla="*/ 105346 w 105345"/>
                  <a:gd name="connsiteY2" fmla="*/ 75418 h 75417"/>
                  <a:gd name="connsiteX3" fmla="*/ 0 w 105345"/>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05345" h="75417">
                    <a:moveTo>
                      <a:pt x="0" y="0"/>
                    </a:moveTo>
                    <a:lnTo>
                      <a:pt x="105346" y="0"/>
                    </a:lnTo>
                    <a:lnTo>
                      <a:pt x="105346" y="75418"/>
                    </a:lnTo>
                    <a:lnTo>
                      <a:pt x="0" y="75418"/>
                    </a:lnTo>
                    <a:close/>
                  </a:path>
                </a:pathLst>
              </a:custGeom>
            </p:spPr>
          </p:pic>
        </p:grpSp>
        <p:grpSp>
          <p:nvGrpSpPr>
            <p:cNvPr id="74" name="Grafik 8">
              <a:extLst>
                <a:ext uri="{FF2B5EF4-FFF2-40B4-BE49-F238E27FC236}">
                  <a16:creationId xmlns:a16="http://schemas.microsoft.com/office/drawing/2014/main" id="{58BD10C9-6C8E-738F-512C-528A438D227A}"/>
                </a:ext>
              </a:extLst>
            </p:cNvPr>
            <p:cNvGrpSpPr/>
            <p:nvPr/>
          </p:nvGrpSpPr>
          <p:grpSpPr>
            <a:xfrm>
              <a:off x="11186945" y="4803502"/>
              <a:ext cx="268152" cy="276579"/>
              <a:chOff x="11186945" y="4803502"/>
              <a:chExt cx="268152" cy="276579"/>
            </a:xfrm>
          </p:grpSpPr>
          <p:grpSp>
            <p:nvGrpSpPr>
              <p:cNvPr id="75" name="Grafik 8">
                <a:extLst>
                  <a:ext uri="{FF2B5EF4-FFF2-40B4-BE49-F238E27FC236}">
                    <a16:creationId xmlns:a16="http://schemas.microsoft.com/office/drawing/2014/main" id="{5114CF3E-A52C-37D1-86C9-CC31DEE201CD}"/>
                  </a:ext>
                </a:extLst>
              </p:cNvPr>
              <p:cNvGrpSpPr/>
              <p:nvPr/>
            </p:nvGrpSpPr>
            <p:grpSpPr>
              <a:xfrm>
                <a:off x="11297079" y="4803502"/>
                <a:ext cx="33519" cy="276579"/>
                <a:chOff x="11297079" y="4803502"/>
                <a:chExt cx="33519" cy="276579"/>
              </a:xfrm>
            </p:grpSpPr>
            <p:sp>
              <p:nvSpPr>
                <p:cNvPr id="76" name="Freihandform: Form 75">
                  <a:extLst>
                    <a:ext uri="{FF2B5EF4-FFF2-40B4-BE49-F238E27FC236}">
                      <a16:creationId xmlns:a16="http://schemas.microsoft.com/office/drawing/2014/main" id="{D570B4D2-141E-1757-EC56-C8C6408EEDC2}"/>
                    </a:ext>
                  </a:extLst>
                </p:cNvPr>
                <p:cNvSpPr/>
                <p:nvPr/>
              </p:nvSpPr>
              <p:spPr>
                <a:xfrm>
                  <a:off x="11313838" y="4828642"/>
                  <a:ext cx="4788" cy="226301"/>
                </a:xfrm>
                <a:custGeom>
                  <a:avLst/>
                  <a:gdLst>
                    <a:gd name="connsiteX0" fmla="*/ 1 w 4788"/>
                    <a:gd name="connsiteY0" fmla="*/ 1 h 226301"/>
                    <a:gd name="connsiteX1" fmla="*/ 1 w 4788"/>
                    <a:gd name="connsiteY1" fmla="*/ 226302 h 226301"/>
                  </a:gdLst>
                  <a:ahLst/>
                  <a:cxnLst>
                    <a:cxn ang="0">
                      <a:pos x="connsiteX0" y="connsiteY0"/>
                    </a:cxn>
                    <a:cxn ang="0">
                      <a:pos x="connsiteX1" y="connsiteY1"/>
                    </a:cxn>
                  </a:cxnLst>
                  <a:rect l="l" t="t" r="r" b="b"/>
                  <a:pathLst>
                    <a:path w="4788" h="226301">
                      <a:moveTo>
                        <a:pt x="1" y="1"/>
                      </a:moveTo>
                      <a:lnTo>
                        <a:pt x="1" y="226302"/>
                      </a:lnTo>
                    </a:path>
                  </a:pathLst>
                </a:custGeom>
                <a:noFill/>
                <a:ln w="4785" cap="flat">
                  <a:solidFill>
                    <a:srgbClr val="000000"/>
                  </a:solid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35B55D0B-9751-AAE5-721B-BF38B1851399}"/>
                    </a:ext>
                  </a:extLst>
                </p:cNvPr>
                <p:cNvSpPr/>
                <p:nvPr/>
              </p:nvSpPr>
              <p:spPr>
                <a:xfrm>
                  <a:off x="11297079" y="4803502"/>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78" name="Freihandform: Form 77">
                  <a:extLst>
                    <a:ext uri="{FF2B5EF4-FFF2-40B4-BE49-F238E27FC236}">
                      <a16:creationId xmlns:a16="http://schemas.microsoft.com/office/drawing/2014/main" id="{7690D9E5-D46C-FDBF-90AA-303FD12EFA25}"/>
                    </a:ext>
                  </a:extLst>
                </p:cNvPr>
                <p:cNvSpPr/>
                <p:nvPr/>
              </p:nvSpPr>
              <p:spPr>
                <a:xfrm>
                  <a:off x="11297079" y="5046563"/>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79" name="Grafik 78">
                <a:extLst>
                  <a:ext uri="{FF2B5EF4-FFF2-40B4-BE49-F238E27FC236}">
                    <a16:creationId xmlns:a16="http://schemas.microsoft.com/office/drawing/2014/main" id="{5B57EED4-129A-6046-6613-E730277F0105}"/>
                  </a:ext>
                </a:extLst>
              </p:cNvPr>
              <p:cNvPicPr>
                <a:picLocks noChangeAspect="1"/>
              </p:cNvPicPr>
              <p:nvPr/>
            </p:nvPicPr>
            <p:blipFill>
              <a:blip r:embed="rId6"/>
              <a:stretch>
                <a:fillRect/>
              </a:stretch>
            </p:blipFill>
            <p:spPr>
              <a:xfrm>
                <a:off x="11186945" y="487475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80" name="Grafik 8">
              <a:extLst>
                <a:ext uri="{FF2B5EF4-FFF2-40B4-BE49-F238E27FC236}">
                  <a16:creationId xmlns:a16="http://schemas.microsoft.com/office/drawing/2014/main" id="{B8699AB6-6911-70D1-956B-F42978AFCEEA}"/>
                </a:ext>
              </a:extLst>
            </p:cNvPr>
            <p:cNvGrpSpPr/>
            <p:nvPr/>
          </p:nvGrpSpPr>
          <p:grpSpPr>
            <a:xfrm>
              <a:off x="11026532" y="4510833"/>
              <a:ext cx="574611" cy="287305"/>
              <a:chOff x="11026532" y="4510833"/>
              <a:chExt cx="574611" cy="287305"/>
            </a:xfrm>
            <a:solidFill>
              <a:srgbClr val="FFFFFF"/>
            </a:solidFill>
          </p:grpSpPr>
          <p:sp>
            <p:nvSpPr>
              <p:cNvPr id="81" name="Freihandform: Form 80">
                <a:extLst>
                  <a:ext uri="{FF2B5EF4-FFF2-40B4-BE49-F238E27FC236}">
                    <a16:creationId xmlns:a16="http://schemas.microsoft.com/office/drawing/2014/main" id="{C388F228-8ED3-7CB6-C766-B959F6166E7A}"/>
                  </a:ext>
                </a:extLst>
              </p:cNvPr>
              <p:cNvSpPr/>
              <p:nvPr/>
            </p:nvSpPr>
            <p:spPr>
              <a:xfrm>
                <a:off x="11026532" y="4510833"/>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82" name="Grafik 81">
                <a:extLst>
                  <a:ext uri="{FF2B5EF4-FFF2-40B4-BE49-F238E27FC236}">
                    <a16:creationId xmlns:a16="http://schemas.microsoft.com/office/drawing/2014/main" id="{1B02A4BC-8257-6B17-34E1-28B17275D462}"/>
                  </a:ext>
                </a:extLst>
              </p:cNvPr>
              <p:cNvPicPr>
                <a:picLocks noChangeAspect="1"/>
              </p:cNvPicPr>
              <p:nvPr/>
            </p:nvPicPr>
            <p:blipFill>
              <a:blip r:embed="rId10"/>
              <a:stretch>
                <a:fillRect/>
              </a:stretch>
            </p:blipFill>
            <p:spPr>
              <a:xfrm>
                <a:off x="11028926" y="4620967"/>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83" name="Grafik 8">
              <a:extLst>
                <a:ext uri="{FF2B5EF4-FFF2-40B4-BE49-F238E27FC236}">
                  <a16:creationId xmlns:a16="http://schemas.microsoft.com/office/drawing/2014/main" id="{4CC938B6-AFC9-BFB0-2A58-144B2F938CE6}"/>
                </a:ext>
              </a:extLst>
            </p:cNvPr>
            <p:cNvGrpSpPr/>
            <p:nvPr/>
          </p:nvGrpSpPr>
          <p:grpSpPr>
            <a:xfrm>
              <a:off x="9685771" y="4723919"/>
              <a:ext cx="1335397" cy="313642"/>
              <a:chOff x="9685771" y="4723919"/>
              <a:chExt cx="1335397" cy="313642"/>
            </a:xfrm>
          </p:grpSpPr>
          <p:grpSp>
            <p:nvGrpSpPr>
              <p:cNvPr id="84" name="Grafik 8">
                <a:extLst>
                  <a:ext uri="{FF2B5EF4-FFF2-40B4-BE49-F238E27FC236}">
                    <a16:creationId xmlns:a16="http://schemas.microsoft.com/office/drawing/2014/main" id="{1A9793FD-D8F5-DD51-EB66-A65546707D0D}"/>
                  </a:ext>
                </a:extLst>
              </p:cNvPr>
              <p:cNvGrpSpPr/>
              <p:nvPr/>
            </p:nvGrpSpPr>
            <p:grpSpPr>
              <a:xfrm>
                <a:off x="9685771" y="4733495"/>
                <a:ext cx="1335397" cy="304065"/>
                <a:chOff x="9685771" y="4733495"/>
                <a:chExt cx="1335397" cy="304065"/>
              </a:xfrm>
            </p:grpSpPr>
            <p:sp>
              <p:nvSpPr>
                <p:cNvPr id="85" name="Freihandform: Form 84">
                  <a:extLst>
                    <a:ext uri="{FF2B5EF4-FFF2-40B4-BE49-F238E27FC236}">
                      <a16:creationId xmlns:a16="http://schemas.microsoft.com/office/drawing/2014/main" id="{93E57D9C-58AD-ECC4-6CB5-BD7627A54EF3}"/>
                    </a:ext>
                  </a:extLst>
                </p:cNvPr>
                <p:cNvSpPr/>
                <p:nvPr/>
              </p:nvSpPr>
              <p:spPr>
                <a:xfrm>
                  <a:off x="9685771" y="4750255"/>
                  <a:ext cx="1310258" cy="287305"/>
                </a:xfrm>
                <a:custGeom>
                  <a:avLst/>
                  <a:gdLst>
                    <a:gd name="connsiteX0" fmla="*/ 1 w 1310258"/>
                    <a:gd name="connsiteY0" fmla="*/ 287306 h 287305"/>
                    <a:gd name="connsiteX1" fmla="*/ 1 w 1310258"/>
                    <a:gd name="connsiteY1" fmla="*/ 1 h 287305"/>
                    <a:gd name="connsiteX2" fmla="*/ 1310259 w 1310258"/>
                    <a:gd name="connsiteY2" fmla="*/ 1 h 287305"/>
                  </a:gdLst>
                  <a:ahLst/>
                  <a:cxnLst>
                    <a:cxn ang="0">
                      <a:pos x="connsiteX0" y="connsiteY0"/>
                    </a:cxn>
                    <a:cxn ang="0">
                      <a:pos x="connsiteX1" y="connsiteY1"/>
                    </a:cxn>
                    <a:cxn ang="0">
                      <a:pos x="connsiteX2" y="connsiteY2"/>
                    </a:cxn>
                  </a:cxnLst>
                  <a:rect l="l" t="t" r="r" b="b"/>
                  <a:pathLst>
                    <a:path w="1310258" h="287305">
                      <a:moveTo>
                        <a:pt x="1" y="287306"/>
                      </a:moveTo>
                      <a:lnTo>
                        <a:pt x="1" y="1"/>
                      </a:lnTo>
                      <a:lnTo>
                        <a:pt x="1310259" y="1"/>
                      </a:lnTo>
                    </a:path>
                  </a:pathLst>
                </a:custGeom>
                <a:noFill/>
                <a:ln w="4785" cap="flat">
                  <a:solidFill>
                    <a:srgbClr val="000000"/>
                  </a:solidFill>
                  <a:custDash>
                    <a:ds d="75000" sp="300000"/>
                  </a:custDash>
                  <a:miter/>
                </a:ln>
              </p:spPr>
              <p:txBody>
                <a:bodyPr rtlCol="0" anchor="ctr"/>
                <a:lstStyle/>
                <a:p>
                  <a:endParaRPr lang="de-DE"/>
                </a:p>
              </p:txBody>
            </p:sp>
            <p:sp>
              <p:nvSpPr>
                <p:cNvPr id="86" name="Freihandform: Form 85">
                  <a:extLst>
                    <a:ext uri="{FF2B5EF4-FFF2-40B4-BE49-F238E27FC236}">
                      <a16:creationId xmlns:a16="http://schemas.microsoft.com/office/drawing/2014/main" id="{94B3AB76-0804-8DBA-5504-AFE9CD96A69D}"/>
                    </a:ext>
                  </a:extLst>
                </p:cNvPr>
                <p:cNvSpPr/>
                <p:nvPr/>
              </p:nvSpPr>
              <p:spPr>
                <a:xfrm>
                  <a:off x="10987650" y="4733495"/>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87" name="Grafik 86">
                <a:extLst>
                  <a:ext uri="{FF2B5EF4-FFF2-40B4-BE49-F238E27FC236}">
                    <a16:creationId xmlns:a16="http://schemas.microsoft.com/office/drawing/2014/main" id="{FB08BBFD-A6F6-DE5C-5A9E-B1A74FA55F56}"/>
                  </a:ext>
                </a:extLst>
              </p:cNvPr>
              <p:cNvPicPr>
                <a:picLocks noChangeAspect="1"/>
              </p:cNvPicPr>
              <p:nvPr/>
            </p:nvPicPr>
            <p:blipFill>
              <a:blip r:embed="rId5"/>
              <a:stretch>
                <a:fillRect/>
              </a:stretch>
            </p:blipFill>
            <p:spPr>
              <a:xfrm>
                <a:off x="9968289" y="4723919"/>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88" name="Grafik 8">
              <a:extLst>
                <a:ext uri="{FF2B5EF4-FFF2-40B4-BE49-F238E27FC236}">
                  <a16:creationId xmlns:a16="http://schemas.microsoft.com/office/drawing/2014/main" id="{1531DCD3-0A46-594A-2DB5-BCB16AA225BE}"/>
                </a:ext>
              </a:extLst>
            </p:cNvPr>
            <p:cNvGrpSpPr/>
            <p:nvPr/>
          </p:nvGrpSpPr>
          <p:grpSpPr>
            <a:xfrm>
              <a:off x="5550960" y="5324867"/>
              <a:ext cx="3895389" cy="709885"/>
              <a:chOff x="5550960" y="5324867"/>
              <a:chExt cx="3895389" cy="709885"/>
            </a:xfrm>
          </p:grpSpPr>
          <p:grpSp>
            <p:nvGrpSpPr>
              <p:cNvPr id="89" name="Grafik 8">
                <a:extLst>
                  <a:ext uri="{FF2B5EF4-FFF2-40B4-BE49-F238E27FC236}">
                    <a16:creationId xmlns:a16="http://schemas.microsoft.com/office/drawing/2014/main" id="{535A7CAE-57A5-7CF9-C857-B1FB834D76DB}"/>
                  </a:ext>
                </a:extLst>
              </p:cNvPr>
              <p:cNvGrpSpPr/>
              <p:nvPr/>
            </p:nvGrpSpPr>
            <p:grpSpPr>
              <a:xfrm>
                <a:off x="5550960" y="5324867"/>
                <a:ext cx="3895389" cy="670380"/>
                <a:chOff x="5550960" y="5324867"/>
                <a:chExt cx="3895389" cy="670380"/>
              </a:xfrm>
            </p:grpSpPr>
            <p:sp>
              <p:nvSpPr>
                <p:cNvPr id="90" name="Freihandform: Form 89">
                  <a:extLst>
                    <a:ext uri="{FF2B5EF4-FFF2-40B4-BE49-F238E27FC236}">
                      <a16:creationId xmlns:a16="http://schemas.microsoft.com/office/drawing/2014/main" id="{7EAA6644-7DA7-D83A-82D8-DBF646B6D0DF}"/>
                    </a:ext>
                  </a:extLst>
                </p:cNvPr>
                <p:cNvSpPr/>
                <p:nvPr/>
              </p:nvSpPr>
              <p:spPr>
                <a:xfrm>
                  <a:off x="5567720" y="5324867"/>
                  <a:ext cx="3878629" cy="670380"/>
                </a:xfrm>
                <a:custGeom>
                  <a:avLst/>
                  <a:gdLst>
                    <a:gd name="connsiteX0" fmla="*/ 3878630 w 3878629"/>
                    <a:gd name="connsiteY0" fmla="*/ 1 h 670380"/>
                    <a:gd name="connsiteX1" fmla="*/ 3878630 w 3878629"/>
                    <a:gd name="connsiteY1" fmla="*/ 670381 h 670380"/>
                    <a:gd name="connsiteX2" fmla="*/ 1 w 3878629"/>
                    <a:gd name="connsiteY2" fmla="*/ 670381 h 670380"/>
                    <a:gd name="connsiteX3" fmla="*/ 1 w 3878629"/>
                    <a:gd name="connsiteY3" fmla="*/ 30503 h 670380"/>
                  </a:gdLst>
                  <a:ahLst/>
                  <a:cxnLst>
                    <a:cxn ang="0">
                      <a:pos x="connsiteX0" y="connsiteY0"/>
                    </a:cxn>
                    <a:cxn ang="0">
                      <a:pos x="connsiteX1" y="connsiteY1"/>
                    </a:cxn>
                    <a:cxn ang="0">
                      <a:pos x="connsiteX2" y="connsiteY2"/>
                    </a:cxn>
                    <a:cxn ang="0">
                      <a:pos x="connsiteX3" y="connsiteY3"/>
                    </a:cxn>
                  </a:cxnLst>
                  <a:rect l="l" t="t" r="r" b="b"/>
                  <a:pathLst>
                    <a:path w="3878629" h="670380">
                      <a:moveTo>
                        <a:pt x="3878630" y="1"/>
                      </a:moveTo>
                      <a:lnTo>
                        <a:pt x="3878630" y="670381"/>
                      </a:lnTo>
                      <a:lnTo>
                        <a:pt x="1" y="670381"/>
                      </a:lnTo>
                      <a:lnTo>
                        <a:pt x="1" y="30503"/>
                      </a:lnTo>
                    </a:path>
                  </a:pathLst>
                </a:custGeom>
                <a:noFill/>
                <a:ln w="4785" cap="flat">
                  <a:solidFill>
                    <a:srgbClr val="000000"/>
                  </a:solidFill>
                  <a:prstDash val="solid"/>
                  <a:miter/>
                </a:ln>
              </p:spPr>
              <p:txBody>
                <a:bodyPr rtlCol="0" anchor="ctr"/>
                <a:lstStyle/>
                <a:p>
                  <a:endParaRPr lang="de-DE"/>
                </a:p>
              </p:txBody>
            </p:sp>
            <p:sp>
              <p:nvSpPr>
                <p:cNvPr id="91" name="Freihandform: Form 90">
                  <a:extLst>
                    <a:ext uri="{FF2B5EF4-FFF2-40B4-BE49-F238E27FC236}">
                      <a16:creationId xmlns:a16="http://schemas.microsoft.com/office/drawing/2014/main" id="{09348533-3777-F319-756D-CEA3BBAB8D7F}"/>
                    </a:ext>
                  </a:extLst>
                </p:cNvPr>
                <p:cNvSpPr/>
                <p:nvPr/>
              </p:nvSpPr>
              <p:spPr>
                <a:xfrm>
                  <a:off x="555096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2" name="Grafik 91">
                <a:extLst>
                  <a:ext uri="{FF2B5EF4-FFF2-40B4-BE49-F238E27FC236}">
                    <a16:creationId xmlns:a16="http://schemas.microsoft.com/office/drawing/2014/main" id="{CDC4CE64-DB22-D619-410B-D548B4805A0B}"/>
                  </a:ext>
                </a:extLst>
              </p:cNvPr>
              <p:cNvPicPr>
                <a:picLocks noChangeAspect="1"/>
              </p:cNvPicPr>
              <p:nvPr/>
            </p:nvPicPr>
            <p:blipFill>
              <a:blip r:embed="rId11"/>
              <a:stretch>
                <a:fillRect/>
              </a:stretch>
            </p:blipFill>
            <p:spPr>
              <a:xfrm>
                <a:off x="8692172" y="5959334"/>
                <a:ext cx="632073" cy="75417"/>
              </a:xfrm>
              <a:custGeom>
                <a:avLst/>
                <a:gdLst>
                  <a:gd name="connsiteX0" fmla="*/ 0 w 632073"/>
                  <a:gd name="connsiteY0" fmla="*/ 0 h 75417"/>
                  <a:gd name="connsiteX1" fmla="*/ 632073 w 632073"/>
                  <a:gd name="connsiteY1" fmla="*/ 0 h 75417"/>
                  <a:gd name="connsiteX2" fmla="*/ 632073 w 632073"/>
                  <a:gd name="connsiteY2" fmla="*/ 75418 h 75417"/>
                  <a:gd name="connsiteX3" fmla="*/ 0 w 63207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632073" h="75417">
                    <a:moveTo>
                      <a:pt x="0" y="0"/>
                    </a:moveTo>
                    <a:lnTo>
                      <a:pt x="632073" y="0"/>
                    </a:lnTo>
                    <a:lnTo>
                      <a:pt x="632073" y="75418"/>
                    </a:lnTo>
                    <a:lnTo>
                      <a:pt x="0" y="75418"/>
                    </a:lnTo>
                    <a:close/>
                  </a:path>
                </a:pathLst>
              </a:custGeom>
            </p:spPr>
          </p:pic>
        </p:grpSp>
        <p:grpSp>
          <p:nvGrpSpPr>
            <p:cNvPr id="93" name="Grafik 8">
              <a:extLst>
                <a:ext uri="{FF2B5EF4-FFF2-40B4-BE49-F238E27FC236}">
                  <a16:creationId xmlns:a16="http://schemas.microsoft.com/office/drawing/2014/main" id="{C27A595C-9F19-4276-3C7B-02D56CCD7C3D}"/>
                </a:ext>
              </a:extLst>
            </p:cNvPr>
            <p:cNvGrpSpPr/>
            <p:nvPr/>
          </p:nvGrpSpPr>
          <p:grpSpPr>
            <a:xfrm>
              <a:off x="6987490" y="5324867"/>
              <a:ext cx="2363091" cy="633270"/>
              <a:chOff x="6987490" y="5324867"/>
              <a:chExt cx="2363091" cy="633270"/>
            </a:xfrm>
          </p:grpSpPr>
          <p:grpSp>
            <p:nvGrpSpPr>
              <p:cNvPr id="94" name="Grafik 8">
                <a:extLst>
                  <a:ext uri="{FF2B5EF4-FFF2-40B4-BE49-F238E27FC236}">
                    <a16:creationId xmlns:a16="http://schemas.microsoft.com/office/drawing/2014/main" id="{2E8864F8-101F-8923-BE54-39F876E4B0EC}"/>
                  </a:ext>
                </a:extLst>
              </p:cNvPr>
              <p:cNvGrpSpPr/>
              <p:nvPr/>
            </p:nvGrpSpPr>
            <p:grpSpPr>
              <a:xfrm>
                <a:off x="6987490" y="5324867"/>
                <a:ext cx="2363091" cy="598266"/>
                <a:chOff x="6987490" y="5324867"/>
                <a:chExt cx="2363091" cy="598266"/>
              </a:xfrm>
            </p:grpSpPr>
            <p:sp>
              <p:nvSpPr>
                <p:cNvPr id="95" name="Freihandform: Form 94">
                  <a:extLst>
                    <a:ext uri="{FF2B5EF4-FFF2-40B4-BE49-F238E27FC236}">
                      <a16:creationId xmlns:a16="http://schemas.microsoft.com/office/drawing/2014/main" id="{86C6C3D6-5B49-C9DE-B9C2-987786337E8D}"/>
                    </a:ext>
                  </a:extLst>
                </p:cNvPr>
                <p:cNvSpPr/>
                <p:nvPr/>
              </p:nvSpPr>
              <p:spPr>
                <a:xfrm>
                  <a:off x="7004249" y="5324867"/>
                  <a:ext cx="2346331" cy="598266"/>
                </a:xfrm>
                <a:custGeom>
                  <a:avLst/>
                  <a:gdLst>
                    <a:gd name="connsiteX0" fmla="*/ 2346332 w 2346331"/>
                    <a:gd name="connsiteY0" fmla="*/ 1 h 598266"/>
                    <a:gd name="connsiteX1" fmla="*/ 2346332 w 2346331"/>
                    <a:gd name="connsiteY1" fmla="*/ 598267 h 598266"/>
                    <a:gd name="connsiteX2" fmla="*/ 1 w 2346331"/>
                    <a:gd name="connsiteY2" fmla="*/ 598267 h 598266"/>
                    <a:gd name="connsiteX3" fmla="*/ 1 w 2346331"/>
                    <a:gd name="connsiteY3" fmla="*/ 30503 h 598266"/>
                  </a:gdLst>
                  <a:ahLst/>
                  <a:cxnLst>
                    <a:cxn ang="0">
                      <a:pos x="connsiteX0" y="connsiteY0"/>
                    </a:cxn>
                    <a:cxn ang="0">
                      <a:pos x="connsiteX1" y="connsiteY1"/>
                    </a:cxn>
                    <a:cxn ang="0">
                      <a:pos x="connsiteX2" y="connsiteY2"/>
                    </a:cxn>
                    <a:cxn ang="0">
                      <a:pos x="connsiteX3" y="connsiteY3"/>
                    </a:cxn>
                  </a:cxnLst>
                  <a:rect l="l" t="t" r="r" b="b"/>
                  <a:pathLst>
                    <a:path w="2346331" h="598266">
                      <a:moveTo>
                        <a:pt x="2346332" y="1"/>
                      </a:moveTo>
                      <a:lnTo>
                        <a:pt x="2346332" y="598267"/>
                      </a:lnTo>
                      <a:lnTo>
                        <a:pt x="1" y="598267"/>
                      </a:lnTo>
                      <a:lnTo>
                        <a:pt x="1" y="30503"/>
                      </a:lnTo>
                    </a:path>
                  </a:pathLst>
                </a:custGeom>
                <a:noFill/>
                <a:ln w="4785" cap="flat">
                  <a:solidFill>
                    <a:srgbClr val="000000"/>
                  </a:solidFill>
                  <a:prstDash val="solid"/>
                  <a:miter/>
                </a:ln>
              </p:spPr>
              <p:txBody>
                <a:bodyPr rtlCol="0" anchor="ctr"/>
                <a:lstStyle/>
                <a:p>
                  <a:endParaRPr lang="de-DE"/>
                </a:p>
              </p:txBody>
            </p:sp>
            <p:sp>
              <p:nvSpPr>
                <p:cNvPr id="96" name="Freihandform: Form 95">
                  <a:extLst>
                    <a:ext uri="{FF2B5EF4-FFF2-40B4-BE49-F238E27FC236}">
                      <a16:creationId xmlns:a16="http://schemas.microsoft.com/office/drawing/2014/main" id="{BDB0A44E-FC27-254B-2F14-25D26D9A9579}"/>
                    </a:ext>
                  </a:extLst>
                </p:cNvPr>
                <p:cNvSpPr/>
                <p:nvPr/>
              </p:nvSpPr>
              <p:spPr>
                <a:xfrm>
                  <a:off x="698749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7" name="Grafik 96">
                <a:extLst>
                  <a:ext uri="{FF2B5EF4-FFF2-40B4-BE49-F238E27FC236}">
                    <a16:creationId xmlns:a16="http://schemas.microsoft.com/office/drawing/2014/main" id="{E963867F-6C01-108D-A511-E8D5CD0434D9}"/>
                  </a:ext>
                </a:extLst>
              </p:cNvPr>
              <p:cNvPicPr>
                <a:picLocks noChangeAspect="1"/>
              </p:cNvPicPr>
              <p:nvPr/>
            </p:nvPicPr>
            <p:blipFill>
              <a:blip r:embed="rId12"/>
              <a:stretch>
                <a:fillRect/>
              </a:stretch>
            </p:blipFill>
            <p:spPr>
              <a:xfrm>
                <a:off x="8579644" y="5882719"/>
                <a:ext cx="483631" cy="75417"/>
              </a:xfrm>
              <a:custGeom>
                <a:avLst/>
                <a:gdLst>
                  <a:gd name="connsiteX0" fmla="*/ 0 w 483631"/>
                  <a:gd name="connsiteY0" fmla="*/ 0 h 75417"/>
                  <a:gd name="connsiteX1" fmla="*/ 483632 w 483631"/>
                  <a:gd name="connsiteY1" fmla="*/ 0 h 75417"/>
                  <a:gd name="connsiteX2" fmla="*/ 483632 w 483631"/>
                  <a:gd name="connsiteY2" fmla="*/ 75418 h 75417"/>
                  <a:gd name="connsiteX3" fmla="*/ 0 w 483631"/>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83631" h="75417">
                    <a:moveTo>
                      <a:pt x="0" y="0"/>
                    </a:moveTo>
                    <a:lnTo>
                      <a:pt x="483632" y="0"/>
                    </a:lnTo>
                    <a:lnTo>
                      <a:pt x="483632" y="75418"/>
                    </a:lnTo>
                    <a:lnTo>
                      <a:pt x="0" y="75418"/>
                    </a:lnTo>
                    <a:close/>
                  </a:path>
                </a:pathLst>
              </a:custGeom>
            </p:spPr>
          </p:pic>
        </p:grpSp>
        <p:grpSp>
          <p:nvGrpSpPr>
            <p:cNvPr id="98" name="Grafik 8">
              <a:extLst>
                <a:ext uri="{FF2B5EF4-FFF2-40B4-BE49-F238E27FC236}">
                  <a16:creationId xmlns:a16="http://schemas.microsoft.com/office/drawing/2014/main" id="{BA6CA51B-CF1D-2EEE-B9C9-10F432E49F96}"/>
                </a:ext>
              </a:extLst>
            </p:cNvPr>
            <p:cNvGrpSpPr/>
            <p:nvPr/>
          </p:nvGrpSpPr>
          <p:grpSpPr>
            <a:xfrm>
              <a:off x="9515782" y="5330230"/>
              <a:ext cx="268152" cy="252637"/>
              <a:chOff x="9515782" y="5330230"/>
              <a:chExt cx="268152" cy="252637"/>
            </a:xfrm>
          </p:grpSpPr>
          <p:grpSp>
            <p:nvGrpSpPr>
              <p:cNvPr id="99" name="Grafik 8">
                <a:extLst>
                  <a:ext uri="{FF2B5EF4-FFF2-40B4-BE49-F238E27FC236}">
                    <a16:creationId xmlns:a16="http://schemas.microsoft.com/office/drawing/2014/main" id="{316D477A-234D-7A79-360A-797E45AACD22}"/>
                  </a:ext>
                </a:extLst>
              </p:cNvPr>
              <p:cNvGrpSpPr/>
              <p:nvPr/>
            </p:nvGrpSpPr>
            <p:grpSpPr>
              <a:xfrm>
                <a:off x="9621127" y="5330230"/>
                <a:ext cx="33519" cy="252637"/>
                <a:chOff x="9621127" y="5330230"/>
                <a:chExt cx="33519" cy="252637"/>
              </a:xfrm>
            </p:grpSpPr>
            <p:sp>
              <p:nvSpPr>
                <p:cNvPr id="100" name="Freihandform: Form 99">
                  <a:extLst>
                    <a:ext uri="{FF2B5EF4-FFF2-40B4-BE49-F238E27FC236}">
                      <a16:creationId xmlns:a16="http://schemas.microsoft.com/office/drawing/2014/main" id="{374EBE79-C4BC-E119-1371-23BC45CC4175}"/>
                    </a:ext>
                  </a:extLst>
                </p:cNvPr>
                <p:cNvSpPr/>
                <p:nvPr/>
              </p:nvSpPr>
              <p:spPr>
                <a:xfrm>
                  <a:off x="9637887" y="5355369"/>
                  <a:ext cx="4788" cy="202359"/>
                </a:xfrm>
                <a:custGeom>
                  <a:avLst/>
                  <a:gdLst>
                    <a:gd name="connsiteX0" fmla="*/ 1 w 4788"/>
                    <a:gd name="connsiteY0" fmla="*/ 1 h 202359"/>
                    <a:gd name="connsiteX1" fmla="*/ 1 w 4788"/>
                    <a:gd name="connsiteY1" fmla="*/ 65267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65267"/>
                      </a:lnTo>
                      <a:lnTo>
                        <a:pt x="1" y="202360"/>
                      </a:lnTo>
                    </a:path>
                  </a:pathLst>
                </a:custGeom>
                <a:noFill/>
                <a:ln w="4785" cap="flat">
                  <a:solidFill>
                    <a:srgbClr val="000000"/>
                  </a:solidFill>
                  <a:prstDash val="solid"/>
                  <a:miter/>
                </a:ln>
              </p:spPr>
              <p:txBody>
                <a:bodyPr rtlCol="0" anchor="ctr"/>
                <a:lstStyle/>
                <a:p>
                  <a:endParaRPr lang="de-DE"/>
                </a:p>
              </p:txBody>
            </p:sp>
            <p:sp>
              <p:nvSpPr>
                <p:cNvPr id="101" name="Freihandform: Form 100">
                  <a:extLst>
                    <a:ext uri="{FF2B5EF4-FFF2-40B4-BE49-F238E27FC236}">
                      <a16:creationId xmlns:a16="http://schemas.microsoft.com/office/drawing/2014/main" id="{C0794400-C87D-1814-F395-777197176B7B}"/>
                    </a:ext>
                  </a:extLst>
                </p:cNvPr>
                <p:cNvSpPr/>
                <p:nvPr/>
              </p:nvSpPr>
              <p:spPr>
                <a:xfrm>
                  <a:off x="9621127"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02" name="Freihandform: Form 101">
                  <a:extLst>
                    <a:ext uri="{FF2B5EF4-FFF2-40B4-BE49-F238E27FC236}">
                      <a16:creationId xmlns:a16="http://schemas.microsoft.com/office/drawing/2014/main" id="{8BA554DE-E483-3FA9-6927-82C804FDDFB3}"/>
                    </a:ext>
                  </a:extLst>
                </p:cNvPr>
                <p:cNvSpPr/>
                <p:nvPr/>
              </p:nvSpPr>
              <p:spPr>
                <a:xfrm>
                  <a:off x="9621127"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03" name="Grafik 102">
                <a:extLst>
                  <a:ext uri="{FF2B5EF4-FFF2-40B4-BE49-F238E27FC236}">
                    <a16:creationId xmlns:a16="http://schemas.microsoft.com/office/drawing/2014/main" id="{2832CA01-6DE0-A482-E6C9-9EE868C4C19F}"/>
                  </a:ext>
                </a:extLst>
              </p:cNvPr>
              <p:cNvPicPr>
                <a:picLocks noChangeAspect="1"/>
              </p:cNvPicPr>
              <p:nvPr/>
            </p:nvPicPr>
            <p:blipFill>
              <a:blip r:embed="rId6"/>
              <a:stretch>
                <a:fillRect/>
              </a:stretch>
            </p:blipFill>
            <p:spPr>
              <a:xfrm>
                <a:off x="9515782"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04" name="Grafik 8">
              <a:extLst>
                <a:ext uri="{FF2B5EF4-FFF2-40B4-BE49-F238E27FC236}">
                  <a16:creationId xmlns:a16="http://schemas.microsoft.com/office/drawing/2014/main" id="{8B3789B5-67E3-87F3-0FC9-7B5E5381C379}"/>
                </a:ext>
              </a:extLst>
            </p:cNvPr>
            <p:cNvGrpSpPr/>
            <p:nvPr/>
          </p:nvGrpSpPr>
          <p:grpSpPr>
            <a:xfrm>
              <a:off x="9206928" y="5037561"/>
              <a:ext cx="574611" cy="287305"/>
              <a:chOff x="9206928" y="5037561"/>
              <a:chExt cx="574611" cy="287305"/>
            </a:xfrm>
            <a:solidFill>
              <a:srgbClr val="FFFFFF"/>
            </a:solidFill>
          </p:grpSpPr>
          <p:sp>
            <p:nvSpPr>
              <p:cNvPr id="105" name="Freihandform: Form 104">
                <a:extLst>
                  <a:ext uri="{FF2B5EF4-FFF2-40B4-BE49-F238E27FC236}">
                    <a16:creationId xmlns:a16="http://schemas.microsoft.com/office/drawing/2014/main" id="{E4A1A340-8C17-4EC8-8CD8-A89B93AC9F5F}"/>
                  </a:ext>
                </a:extLst>
              </p:cNvPr>
              <p:cNvSpPr/>
              <p:nvPr/>
            </p:nvSpPr>
            <p:spPr>
              <a:xfrm>
                <a:off x="9206928"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06" name="Grafik 105">
                <a:extLst>
                  <a:ext uri="{FF2B5EF4-FFF2-40B4-BE49-F238E27FC236}">
                    <a16:creationId xmlns:a16="http://schemas.microsoft.com/office/drawing/2014/main" id="{70DDC9FF-F9FC-D979-69FC-D11037BB9F05}"/>
                  </a:ext>
                </a:extLst>
              </p:cNvPr>
              <p:cNvPicPr>
                <a:picLocks noChangeAspect="1"/>
              </p:cNvPicPr>
              <p:nvPr/>
            </p:nvPicPr>
            <p:blipFill>
              <a:blip r:embed="rId13"/>
              <a:stretch>
                <a:fillRect/>
              </a:stretch>
            </p:blipFill>
            <p:spPr>
              <a:xfrm>
                <a:off x="9209322"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07" name="Grafik 8">
              <a:extLst>
                <a:ext uri="{FF2B5EF4-FFF2-40B4-BE49-F238E27FC236}">
                  <a16:creationId xmlns:a16="http://schemas.microsoft.com/office/drawing/2014/main" id="{DF4030C2-894D-FA37-7A9E-A9E16EDB2EDF}"/>
                </a:ext>
              </a:extLst>
            </p:cNvPr>
            <p:cNvGrpSpPr/>
            <p:nvPr/>
          </p:nvGrpSpPr>
          <p:grpSpPr>
            <a:xfrm>
              <a:off x="11170185" y="4031990"/>
              <a:ext cx="287305" cy="383074"/>
              <a:chOff x="11170185" y="4031990"/>
              <a:chExt cx="287305" cy="383074"/>
            </a:xfrm>
          </p:grpSpPr>
          <p:grpSp>
            <p:nvGrpSpPr>
              <p:cNvPr id="108" name="Grafik 8">
                <a:extLst>
                  <a:ext uri="{FF2B5EF4-FFF2-40B4-BE49-F238E27FC236}">
                    <a16:creationId xmlns:a16="http://schemas.microsoft.com/office/drawing/2014/main" id="{0D7D615B-225E-2877-023B-3AB185B59FE3}"/>
                  </a:ext>
                </a:extLst>
              </p:cNvPr>
              <p:cNvGrpSpPr/>
              <p:nvPr/>
            </p:nvGrpSpPr>
            <p:grpSpPr>
              <a:xfrm>
                <a:off x="11170185" y="4031990"/>
                <a:ext cx="287305" cy="383074"/>
                <a:chOff x="11170185" y="4031990"/>
                <a:chExt cx="287305" cy="383074"/>
              </a:xfrm>
            </p:grpSpPr>
            <p:sp>
              <p:nvSpPr>
                <p:cNvPr id="109" name="Freihandform: Form 108">
                  <a:extLst>
                    <a:ext uri="{FF2B5EF4-FFF2-40B4-BE49-F238E27FC236}">
                      <a16:creationId xmlns:a16="http://schemas.microsoft.com/office/drawing/2014/main" id="{43F08387-49F4-B6CE-3A7A-9465828061EF}"/>
                    </a:ext>
                  </a:extLst>
                </p:cNvPr>
                <p:cNvSpPr/>
                <p:nvPr/>
              </p:nvSpPr>
              <p:spPr>
                <a:xfrm>
                  <a:off x="11170185" y="4031990"/>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10" name="Freihandform: Form 109">
                  <a:extLst>
                    <a:ext uri="{FF2B5EF4-FFF2-40B4-BE49-F238E27FC236}">
                      <a16:creationId xmlns:a16="http://schemas.microsoft.com/office/drawing/2014/main" id="{C756BF44-7E27-7780-2AD3-49222ACEE2C6}"/>
                    </a:ext>
                  </a:extLst>
                </p:cNvPr>
                <p:cNvSpPr/>
                <p:nvPr/>
              </p:nvSpPr>
              <p:spPr>
                <a:xfrm>
                  <a:off x="11170185" y="410381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11" name="Grafik 110">
                <a:extLst>
                  <a:ext uri="{FF2B5EF4-FFF2-40B4-BE49-F238E27FC236}">
                    <a16:creationId xmlns:a16="http://schemas.microsoft.com/office/drawing/2014/main" id="{E2B69912-38EB-6E44-0089-7574F83EDF4C}"/>
                  </a:ext>
                </a:extLst>
              </p:cNvPr>
              <p:cNvPicPr>
                <a:picLocks noChangeAspect="1"/>
              </p:cNvPicPr>
              <p:nvPr/>
            </p:nvPicPr>
            <p:blipFill>
              <a:blip r:embed="rId14"/>
              <a:stretch>
                <a:fillRect/>
              </a:stretch>
            </p:blipFill>
            <p:spPr>
              <a:xfrm>
                <a:off x="11172579" y="4182826"/>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112" name="Grafik 8">
              <a:extLst>
                <a:ext uri="{FF2B5EF4-FFF2-40B4-BE49-F238E27FC236}">
                  <a16:creationId xmlns:a16="http://schemas.microsoft.com/office/drawing/2014/main" id="{E5762E34-0665-F1FB-2E5D-F77E192770BA}"/>
                </a:ext>
              </a:extLst>
            </p:cNvPr>
            <p:cNvGrpSpPr/>
            <p:nvPr/>
          </p:nvGrpSpPr>
          <p:grpSpPr>
            <a:xfrm>
              <a:off x="8067281" y="3217957"/>
              <a:ext cx="119710" cy="425595"/>
              <a:chOff x="8067281" y="3217957"/>
              <a:chExt cx="119710" cy="425595"/>
            </a:xfrm>
          </p:grpSpPr>
          <p:grpSp>
            <p:nvGrpSpPr>
              <p:cNvPr id="113" name="Grafik 8">
                <a:extLst>
                  <a:ext uri="{FF2B5EF4-FFF2-40B4-BE49-F238E27FC236}">
                    <a16:creationId xmlns:a16="http://schemas.microsoft.com/office/drawing/2014/main" id="{DE8AA355-A3B7-5704-5A52-35CB2AC84A62}"/>
                  </a:ext>
                </a:extLst>
              </p:cNvPr>
              <p:cNvGrpSpPr/>
              <p:nvPr/>
            </p:nvGrpSpPr>
            <p:grpSpPr>
              <a:xfrm>
                <a:off x="8112771" y="3217957"/>
                <a:ext cx="33519" cy="425595"/>
                <a:chOff x="8112771" y="3217957"/>
                <a:chExt cx="33519" cy="425595"/>
              </a:xfrm>
            </p:grpSpPr>
            <p:sp>
              <p:nvSpPr>
                <p:cNvPr id="114" name="Freihandform: Form 113">
                  <a:extLst>
                    <a:ext uri="{FF2B5EF4-FFF2-40B4-BE49-F238E27FC236}">
                      <a16:creationId xmlns:a16="http://schemas.microsoft.com/office/drawing/2014/main" id="{387A2A98-3B78-9E3E-4580-4DD8219EBBEA}"/>
                    </a:ext>
                  </a:extLst>
                </p:cNvPr>
                <p:cNvSpPr/>
                <p:nvPr/>
              </p:nvSpPr>
              <p:spPr>
                <a:xfrm>
                  <a:off x="8129531" y="3217957"/>
                  <a:ext cx="4788" cy="400456"/>
                </a:xfrm>
                <a:custGeom>
                  <a:avLst/>
                  <a:gdLst>
                    <a:gd name="connsiteX0" fmla="*/ 1 w 4788"/>
                    <a:gd name="connsiteY0" fmla="*/ 1 h 400456"/>
                    <a:gd name="connsiteX1" fmla="*/ 1 w 4788"/>
                    <a:gd name="connsiteY1" fmla="*/ 400457 h 400456"/>
                  </a:gdLst>
                  <a:ahLst/>
                  <a:cxnLst>
                    <a:cxn ang="0">
                      <a:pos x="connsiteX0" y="connsiteY0"/>
                    </a:cxn>
                    <a:cxn ang="0">
                      <a:pos x="connsiteX1" y="connsiteY1"/>
                    </a:cxn>
                  </a:cxnLst>
                  <a:rect l="l" t="t" r="r" b="b"/>
                  <a:pathLst>
                    <a:path w="4788" h="400456">
                      <a:moveTo>
                        <a:pt x="1" y="1"/>
                      </a:moveTo>
                      <a:lnTo>
                        <a:pt x="1" y="400457"/>
                      </a:lnTo>
                    </a:path>
                  </a:pathLst>
                </a:custGeom>
                <a:noFill/>
                <a:ln w="4785" cap="flat">
                  <a:solidFill>
                    <a:srgbClr val="000000"/>
                  </a:solidFill>
                  <a:prstDash val="solid"/>
                  <a:miter/>
                </a:ln>
              </p:spPr>
              <p:txBody>
                <a:bodyPr rtlCol="0" anchor="ctr"/>
                <a:lstStyle/>
                <a:p>
                  <a:endParaRPr lang="de-DE"/>
                </a:p>
              </p:txBody>
            </p:sp>
            <p:sp>
              <p:nvSpPr>
                <p:cNvPr id="115" name="Freihandform: Form 114">
                  <a:extLst>
                    <a:ext uri="{FF2B5EF4-FFF2-40B4-BE49-F238E27FC236}">
                      <a16:creationId xmlns:a16="http://schemas.microsoft.com/office/drawing/2014/main" id="{27C1594F-2E0F-A8D8-203C-FB5FC3153F68}"/>
                    </a:ext>
                  </a:extLst>
                </p:cNvPr>
                <p:cNvSpPr/>
                <p:nvPr/>
              </p:nvSpPr>
              <p:spPr>
                <a:xfrm>
                  <a:off x="8112771" y="3610034"/>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16" name="Grafik 115">
                <a:extLst>
                  <a:ext uri="{FF2B5EF4-FFF2-40B4-BE49-F238E27FC236}">
                    <a16:creationId xmlns:a16="http://schemas.microsoft.com/office/drawing/2014/main" id="{DE8F4510-34AF-E958-68EE-7BA6138097DF}"/>
                  </a:ext>
                </a:extLst>
              </p:cNvPr>
              <p:cNvPicPr>
                <a:picLocks noChangeAspect="1"/>
              </p:cNvPicPr>
              <p:nvPr/>
            </p:nvPicPr>
            <p:blipFill>
              <a:blip r:embed="rId15"/>
              <a:stretch>
                <a:fillRect/>
              </a:stretch>
            </p:blipFill>
            <p:spPr>
              <a:xfrm>
                <a:off x="8067281" y="3373581"/>
                <a:ext cx="119710" cy="75417"/>
              </a:xfrm>
              <a:custGeom>
                <a:avLst/>
                <a:gdLst>
                  <a:gd name="connsiteX0" fmla="*/ 0 w 119710"/>
                  <a:gd name="connsiteY0" fmla="*/ 0 h 75417"/>
                  <a:gd name="connsiteX1" fmla="*/ 119711 w 119710"/>
                  <a:gd name="connsiteY1" fmla="*/ 0 h 75417"/>
                  <a:gd name="connsiteX2" fmla="*/ 119711 w 119710"/>
                  <a:gd name="connsiteY2" fmla="*/ 75418 h 75417"/>
                  <a:gd name="connsiteX3" fmla="*/ 0 w 119710"/>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9710" h="75417">
                    <a:moveTo>
                      <a:pt x="0" y="0"/>
                    </a:moveTo>
                    <a:lnTo>
                      <a:pt x="119711" y="0"/>
                    </a:lnTo>
                    <a:lnTo>
                      <a:pt x="119711" y="75418"/>
                    </a:lnTo>
                    <a:lnTo>
                      <a:pt x="0" y="75418"/>
                    </a:lnTo>
                    <a:close/>
                  </a:path>
                </a:pathLst>
              </a:custGeom>
            </p:spPr>
          </p:pic>
        </p:grpSp>
        <p:grpSp>
          <p:nvGrpSpPr>
            <p:cNvPr id="117" name="Grafik 8">
              <a:extLst>
                <a:ext uri="{FF2B5EF4-FFF2-40B4-BE49-F238E27FC236}">
                  <a16:creationId xmlns:a16="http://schemas.microsoft.com/office/drawing/2014/main" id="{E62084D4-0517-DF98-60FA-6AD11A2E7D05}"/>
                </a:ext>
              </a:extLst>
            </p:cNvPr>
            <p:cNvGrpSpPr/>
            <p:nvPr/>
          </p:nvGrpSpPr>
          <p:grpSpPr>
            <a:xfrm>
              <a:off x="7502246" y="3074304"/>
              <a:ext cx="555458" cy="1118098"/>
              <a:chOff x="7502246" y="3074304"/>
              <a:chExt cx="555458" cy="1118098"/>
            </a:xfrm>
          </p:grpSpPr>
          <p:grpSp>
            <p:nvGrpSpPr>
              <p:cNvPr id="118" name="Grafik 8">
                <a:extLst>
                  <a:ext uri="{FF2B5EF4-FFF2-40B4-BE49-F238E27FC236}">
                    <a16:creationId xmlns:a16="http://schemas.microsoft.com/office/drawing/2014/main" id="{23ABE2FA-8F2F-B544-785A-25718655D9DF}"/>
                  </a:ext>
                </a:extLst>
              </p:cNvPr>
              <p:cNvGrpSpPr/>
              <p:nvPr/>
            </p:nvGrpSpPr>
            <p:grpSpPr>
              <a:xfrm>
                <a:off x="7554632" y="3074304"/>
                <a:ext cx="503072" cy="1118098"/>
                <a:chOff x="7554632" y="3074304"/>
                <a:chExt cx="503072" cy="1118098"/>
              </a:xfrm>
            </p:grpSpPr>
            <p:sp>
              <p:nvSpPr>
                <p:cNvPr id="119" name="Freihandform: Form 118">
                  <a:extLst>
                    <a:ext uri="{FF2B5EF4-FFF2-40B4-BE49-F238E27FC236}">
                      <a16:creationId xmlns:a16="http://schemas.microsoft.com/office/drawing/2014/main" id="{4D3DF436-229E-19DF-1F81-4C837AAED372}"/>
                    </a:ext>
                  </a:extLst>
                </p:cNvPr>
                <p:cNvSpPr/>
                <p:nvPr/>
              </p:nvSpPr>
              <p:spPr>
                <a:xfrm>
                  <a:off x="7554632" y="3074304"/>
                  <a:ext cx="503072" cy="1101339"/>
                </a:xfrm>
                <a:custGeom>
                  <a:avLst/>
                  <a:gdLst>
                    <a:gd name="connsiteX0" fmla="*/ 503073 w 503072"/>
                    <a:gd name="connsiteY0" fmla="*/ 1 h 1101339"/>
                    <a:gd name="connsiteX1" fmla="*/ 1 w 503072"/>
                    <a:gd name="connsiteY1" fmla="*/ 1 h 1101339"/>
                    <a:gd name="connsiteX2" fmla="*/ 1 w 503072"/>
                    <a:gd name="connsiteY2" fmla="*/ 1101340 h 1101339"/>
                    <a:gd name="connsiteX3" fmla="*/ 257091 w 503072"/>
                    <a:gd name="connsiteY3" fmla="*/ 1101340 h 1101339"/>
                  </a:gdLst>
                  <a:ahLst/>
                  <a:cxnLst>
                    <a:cxn ang="0">
                      <a:pos x="connsiteX0" y="connsiteY0"/>
                    </a:cxn>
                    <a:cxn ang="0">
                      <a:pos x="connsiteX1" y="connsiteY1"/>
                    </a:cxn>
                    <a:cxn ang="0">
                      <a:pos x="connsiteX2" y="connsiteY2"/>
                    </a:cxn>
                    <a:cxn ang="0">
                      <a:pos x="connsiteX3" y="connsiteY3"/>
                    </a:cxn>
                  </a:cxnLst>
                  <a:rect l="l" t="t" r="r" b="b"/>
                  <a:pathLst>
                    <a:path w="503072" h="1101339">
                      <a:moveTo>
                        <a:pt x="503073" y="1"/>
                      </a:moveTo>
                      <a:lnTo>
                        <a:pt x="1" y="1"/>
                      </a:lnTo>
                      <a:lnTo>
                        <a:pt x="1" y="1101340"/>
                      </a:lnTo>
                      <a:lnTo>
                        <a:pt x="257091" y="1101340"/>
                      </a:lnTo>
                    </a:path>
                  </a:pathLst>
                </a:custGeom>
                <a:noFill/>
                <a:ln w="4785" cap="flat">
                  <a:solidFill>
                    <a:srgbClr val="000000"/>
                  </a:solidFill>
                  <a:prstDash val="solid"/>
                  <a:miter/>
                </a:ln>
              </p:spPr>
              <p:txBody>
                <a:bodyPr rtlCol="0" anchor="ctr"/>
                <a:lstStyle/>
                <a:p>
                  <a:endParaRPr lang="de-DE"/>
                </a:p>
              </p:txBody>
            </p:sp>
            <p:sp>
              <p:nvSpPr>
                <p:cNvPr id="120" name="Freihandform: Form 119">
                  <a:extLst>
                    <a:ext uri="{FF2B5EF4-FFF2-40B4-BE49-F238E27FC236}">
                      <a16:creationId xmlns:a16="http://schemas.microsoft.com/office/drawing/2014/main" id="{6D75F442-912F-7297-66A4-2013370F0F35}"/>
                    </a:ext>
                  </a:extLst>
                </p:cNvPr>
                <p:cNvSpPr/>
                <p:nvPr/>
              </p:nvSpPr>
              <p:spPr>
                <a:xfrm>
                  <a:off x="7803343" y="415888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21" name="Grafik 120">
                <a:extLst>
                  <a:ext uri="{FF2B5EF4-FFF2-40B4-BE49-F238E27FC236}">
                    <a16:creationId xmlns:a16="http://schemas.microsoft.com/office/drawing/2014/main" id="{C1627694-4A34-8949-6C42-48EEB247FB15}"/>
                  </a:ext>
                </a:extLst>
              </p:cNvPr>
              <p:cNvPicPr>
                <a:picLocks noChangeAspect="1"/>
              </p:cNvPicPr>
              <p:nvPr/>
            </p:nvPicPr>
            <p:blipFill>
              <a:blip r:embed="rId3"/>
              <a:stretch>
                <a:fillRect/>
              </a:stretch>
            </p:blipFill>
            <p:spPr>
              <a:xfrm>
                <a:off x="7502246" y="3387946"/>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22" name="Grafik 8">
              <a:extLst>
                <a:ext uri="{FF2B5EF4-FFF2-40B4-BE49-F238E27FC236}">
                  <a16:creationId xmlns:a16="http://schemas.microsoft.com/office/drawing/2014/main" id="{3CD9012B-A228-7ECD-C44B-BB3E8A1DFC75}"/>
                </a:ext>
              </a:extLst>
            </p:cNvPr>
            <p:cNvGrpSpPr/>
            <p:nvPr/>
          </p:nvGrpSpPr>
          <p:grpSpPr>
            <a:xfrm>
              <a:off x="8057704" y="2930651"/>
              <a:ext cx="143652" cy="402228"/>
              <a:chOff x="8057704" y="2930651"/>
              <a:chExt cx="143652" cy="402228"/>
            </a:xfrm>
          </p:grpSpPr>
          <p:grpSp>
            <p:nvGrpSpPr>
              <p:cNvPr id="123" name="Grafik 8">
                <a:extLst>
                  <a:ext uri="{FF2B5EF4-FFF2-40B4-BE49-F238E27FC236}">
                    <a16:creationId xmlns:a16="http://schemas.microsoft.com/office/drawing/2014/main" id="{23609D2D-EBED-A403-5CC8-644053704D52}"/>
                  </a:ext>
                </a:extLst>
              </p:cNvPr>
              <p:cNvGrpSpPr/>
              <p:nvPr/>
            </p:nvGrpSpPr>
            <p:grpSpPr>
              <a:xfrm>
                <a:off x="8057704" y="2930651"/>
                <a:ext cx="143652" cy="287305"/>
                <a:chOff x="8057704" y="2930651"/>
                <a:chExt cx="143652" cy="287305"/>
              </a:xfrm>
            </p:grpSpPr>
            <p:sp>
              <p:nvSpPr>
                <p:cNvPr id="124" name="Freihandform: Form 123">
                  <a:extLst>
                    <a:ext uri="{FF2B5EF4-FFF2-40B4-BE49-F238E27FC236}">
                      <a16:creationId xmlns:a16="http://schemas.microsoft.com/office/drawing/2014/main" id="{2B3984AB-9B04-460F-D3DD-C6862A8F9DAF}"/>
                    </a:ext>
                  </a:extLst>
                </p:cNvPr>
                <p:cNvSpPr/>
                <p:nvPr/>
              </p:nvSpPr>
              <p:spPr>
                <a:xfrm>
                  <a:off x="8093618" y="2930651"/>
                  <a:ext cx="71826" cy="71826"/>
                </a:xfrm>
                <a:custGeom>
                  <a:avLst/>
                  <a:gdLst>
                    <a:gd name="connsiteX0" fmla="*/ 71827 w 71826"/>
                    <a:gd name="connsiteY0" fmla="*/ 35914 h 71826"/>
                    <a:gd name="connsiteX1" fmla="*/ 35914 w 71826"/>
                    <a:gd name="connsiteY1" fmla="*/ 71827 h 71826"/>
                    <a:gd name="connsiteX2" fmla="*/ 1 w 71826"/>
                    <a:gd name="connsiteY2" fmla="*/ 35914 h 71826"/>
                    <a:gd name="connsiteX3" fmla="*/ 35914 w 71826"/>
                    <a:gd name="connsiteY3" fmla="*/ 1 h 71826"/>
                    <a:gd name="connsiteX4" fmla="*/ 71827 w 71826"/>
                    <a:gd name="connsiteY4" fmla="*/ 35914 h 71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26" h="71826">
                      <a:moveTo>
                        <a:pt x="71827" y="35914"/>
                      </a:moveTo>
                      <a:cubicBezTo>
                        <a:pt x="71827" y="55748"/>
                        <a:pt x="55748" y="71827"/>
                        <a:pt x="35914" y="71827"/>
                      </a:cubicBezTo>
                      <a:cubicBezTo>
                        <a:pt x="16079" y="71827"/>
                        <a:pt x="1" y="55748"/>
                        <a:pt x="1" y="35914"/>
                      </a:cubicBezTo>
                      <a:cubicBezTo>
                        <a:pt x="1" y="16079"/>
                        <a:pt x="16079" y="1"/>
                        <a:pt x="35914" y="1"/>
                      </a:cubicBezTo>
                      <a:cubicBezTo>
                        <a:pt x="55748" y="1"/>
                        <a:pt x="71827" y="16079"/>
                        <a:pt x="71827" y="35914"/>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25" name="Freihandform: Form 124">
                  <a:extLst>
                    <a:ext uri="{FF2B5EF4-FFF2-40B4-BE49-F238E27FC236}">
                      <a16:creationId xmlns:a16="http://schemas.microsoft.com/office/drawing/2014/main" id="{FE6B18A2-F16B-D5EF-EF52-2CA6FDB98430}"/>
                    </a:ext>
                  </a:extLst>
                </p:cNvPr>
                <p:cNvSpPr/>
                <p:nvPr/>
              </p:nvSpPr>
              <p:spPr>
                <a:xfrm>
                  <a:off x="8057704" y="3002477"/>
                  <a:ext cx="143652" cy="215479"/>
                </a:xfrm>
                <a:custGeom>
                  <a:avLst/>
                  <a:gdLst>
                    <a:gd name="connsiteX0" fmla="*/ 71827 w 143652"/>
                    <a:gd name="connsiteY0" fmla="*/ 1 h 215479"/>
                    <a:gd name="connsiteX1" fmla="*/ 71827 w 143652"/>
                    <a:gd name="connsiteY1" fmla="*/ 119711 h 215479"/>
                    <a:gd name="connsiteX2" fmla="*/ 71827 w 143652"/>
                    <a:gd name="connsiteY2" fmla="*/ 23943 h 215479"/>
                    <a:gd name="connsiteX3" fmla="*/ 1 w 143652"/>
                    <a:gd name="connsiteY3" fmla="*/ 23943 h 215479"/>
                    <a:gd name="connsiteX4" fmla="*/ 71827 w 143652"/>
                    <a:gd name="connsiteY4" fmla="*/ 23943 h 215479"/>
                    <a:gd name="connsiteX5" fmla="*/ 143653 w 143652"/>
                    <a:gd name="connsiteY5" fmla="*/ 23943 h 215479"/>
                    <a:gd name="connsiteX6" fmla="*/ 71827 w 143652"/>
                    <a:gd name="connsiteY6" fmla="*/ 119711 h 215479"/>
                    <a:gd name="connsiteX7" fmla="*/ 1 w 143652"/>
                    <a:gd name="connsiteY7" fmla="*/ 215480 h 215479"/>
                    <a:gd name="connsiteX8" fmla="*/ 71827 w 143652"/>
                    <a:gd name="connsiteY8" fmla="*/ 119711 h 215479"/>
                    <a:gd name="connsiteX9" fmla="*/ 143653 w 143652"/>
                    <a:gd name="connsiteY9" fmla="*/ 21548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52" h="215479">
                      <a:moveTo>
                        <a:pt x="71827" y="1"/>
                      </a:moveTo>
                      <a:lnTo>
                        <a:pt x="71827" y="119711"/>
                      </a:lnTo>
                      <a:moveTo>
                        <a:pt x="71827" y="23943"/>
                      </a:moveTo>
                      <a:lnTo>
                        <a:pt x="1" y="23943"/>
                      </a:lnTo>
                      <a:moveTo>
                        <a:pt x="71827" y="23943"/>
                      </a:moveTo>
                      <a:lnTo>
                        <a:pt x="143653" y="23943"/>
                      </a:lnTo>
                      <a:moveTo>
                        <a:pt x="71827" y="119711"/>
                      </a:moveTo>
                      <a:lnTo>
                        <a:pt x="1" y="215480"/>
                      </a:lnTo>
                      <a:moveTo>
                        <a:pt x="71827" y="119711"/>
                      </a:moveTo>
                      <a:lnTo>
                        <a:pt x="143653" y="215480"/>
                      </a:lnTo>
                    </a:path>
                  </a:pathLst>
                </a:custGeom>
                <a:noFill/>
                <a:ln w="4785" cap="flat">
                  <a:solidFill>
                    <a:srgbClr val="000000"/>
                  </a:solidFill>
                  <a:prstDash val="solid"/>
                  <a:miter/>
                </a:ln>
              </p:spPr>
              <p:txBody>
                <a:bodyPr rtlCol="0" anchor="ctr"/>
                <a:lstStyle/>
                <a:p>
                  <a:endParaRPr lang="de-DE"/>
                </a:p>
              </p:txBody>
            </p:sp>
          </p:grpSp>
          <p:pic>
            <p:nvPicPr>
              <p:cNvPr id="126" name="Grafik 125">
                <a:extLst>
                  <a:ext uri="{FF2B5EF4-FFF2-40B4-BE49-F238E27FC236}">
                    <a16:creationId xmlns:a16="http://schemas.microsoft.com/office/drawing/2014/main" id="{7F8C98E6-7B9B-D43B-85A6-1F8F0CD1463B}"/>
                  </a:ext>
                </a:extLst>
              </p:cNvPr>
              <p:cNvPicPr>
                <a:picLocks noChangeAspect="1"/>
              </p:cNvPicPr>
              <p:nvPr/>
            </p:nvPicPr>
            <p:blipFill>
              <a:blip r:embed="rId16"/>
              <a:stretch>
                <a:fillRect/>
              </a:stretch>
            </p:blipFill>
            <p:spPr>
              <a:xfrm>
                <a:off x="8067281" y="3251476"/>
                <a:ext cx="119710" cy="81403"/>
              </a:xfrm>
              <a:custGeom>
                <a:avLst/>
                <a:gdLst>
                  <a:gd name="connsiteX0" fmla="*/ 0 w 119710"/>
                  <a:gd name="connsiteY0" fmla="*/ 0 h 81403"/>
                  <a:gd name="connsiteX1" fmla="*/ 119711 w 119710"/>
                  <a:gd name="connsiteY1" fmla="*/ 0 h 81403"/>
                  <a:gd name="connsiteX2" fmla="*/ 119711 w 119710"/>
                  <a:gd name="connsiteY2" fmla="*/ 81403 h 81403"/>
                  <a:gd name="connsiteX3" fmla="*/ 0 w 119710"/>
                  <a:gd name="connsiteY3" fmla="*/ 81403 h 81403"/>
                </a:gdLst>
                <a:ahLst/>
                <a:cxnLst>
                  <a:cxn ang="0">
                    <a:pos x="connsiteX0" y="connsiteY0"/>
                  </a:cxn>
                  <a:cxn ang="0">
                    <a:pos x="connsiteX1" y="connsiteY1"/>
                  </a:cxn>
                  <a:cxn ang="0">
                    <a:pos x="connsiteX2" y="connsiteY2"/>
                  </a:cxn>
                  <a:cxn ang="0">
                    <a:pos x="connsiteX3" y="connsiteY3"/>
                  </a:cxn>
                </a:cxnLst>
                <a:rect l="l" t="t" r="r" b="b"/>
                <a:pathLst>
                  <a:path w="119710" h="81403">
                    <a:moveTo>
                      <a:pt x="0" y="0"/>
                    </a:moveTo>
                    <a:lnTo>
                      <a:pt x="119711" y="0"/>
                    </a:lnTo>
                    <a:lnTo>
                      <a:pt x="119711" y="81403"/>
                    </a:lnTo>
                    <a:lnTo>
                      <a:pt x="0" y="81403"/>
                    </a:lnTo>
                    <a:close/>
                  </a:path>
                </a:pathLst>
              </a:custGeom>
            </p:spPr>
          </p:pic>
        </p:grpSp>
        <p:grpSp>
          <p:nvGrpSpPr>
            <p:cNvPr id="127" name="Grafik 8">
              <a:extLst>
                <a:ext uri="{FF2B5EF4-FFF2-40B4-BE49-F238E27FC236}">
                  <a16:creationId xmlns:a16="http://schemas.microsoft.com/office/drawing/2014/main" id="{30B81A02-04F0-1C27-7A19-6C98F3443F7C}"/>
                </a:ext>
              </a:extLst>
            </p:cNvPr>
            <p:cNvGrpSpPr/>
            <p:nvPr/>
          </p:nvGrpSpPr>
          <p:grpSpPr>
            <a:xfrm>
              <a:off x="4801571" y="3505263"/>
              <a:ext cx="383074" cy="191537"/>
              <a:chOff x="4801571" y="3505263"/>
              <a:chExt cx="383074" cy="191537"/>
            </a:xfrm>
            <a:noFill/>
          </p:grpSpPr>
          <p:sp>
            <p:nvSpPr>
              <p:cNvPr id="128" name="Freihandform: Form 127">
                <a:extLst>
                  <a:ext uri="{FF2B5EF4-FFF2-40B4-BE49-F238E27FC236}">
                    <a16:creationId xmlns:a16="http://schemas.microsoft.com/office/drawing/2014/main" id="{B2AA6A53-E68B-8325-6521-A0E14F82260C}"/>
                  </a:ext>
                </a:extLst>
              </p:cNvPr>
              <p:cNvSpPr/>
              <p:nvPr/>
            </p:nvSpPr>
            <p:spPr>
              <a:xfrm>
                <a:off x="4801571" y="3505263"/>
                <a:ext cx="383074" cy="191537"/>
              </a:xfrm>
              <a:custGeom>
                <a:avLst/>
                <a:gdLst>
                  <a:gd name="connsiteX0" fmla="*/ 1 w 383074"/>
                  <a:gd name="connsiteY0" fmla="*/ 1 h 191537"/>
                  <a:gd name="connsiteX1" fmla="*/ 383075 w 383074"/>
                  <a:gd name="connsiteY1" fmla="*/ 1 h 191537"/>
                  <a:gd name="connsiteX2" fmla="*/ 383075 w 383074"/>
                  <a:gd name="connsiteY2" fmla="*/ 191538 h 191537"/>
                  <a:gd name="connsiteX3" fmla="*/ 1 w 383074"/>
                  <a:gd name="connsiteY3" fmla="*/ 191538 h 191537"/>
                </a:gdLst>
                <a:ahLst/>
                <a:cxnLst>
                  <a:cxn ang="0">
                    <a:pos x="connsiteX0" y="connsiteY0"/>
                  </a:cxn>
                  <a:cxn ang="0">
                    <a:pos x="connsiteX1" y="connsiteY1"/>
                  </a:cxn>
                  <a:cxn ang="0">
                    <a:pos x="connsiteX2" y="connsiteY2"/>
                  </a:cxn>
                  <a:cxn ang="0">
                    <a:pos x="connsiteX3" y="connsiteY3"/>
                  </a:cxn>
                </a:cxnLst>
                <a:rect l="l" t="t" r="r" b="b"/>
                <a:pathLst>
                  <a:path w="383074" h="191537">
                    <a:moveTo>
                      <a:pt x="1" y="1"/>
                    </a:moveTo>
                    <a:lnTo>
                      <a:pt x="383075" y="1"/>
                    </a:lnTo>
                    <a:lnTo>
                      <a:pt x="383075" y="191538"/>
                    </a:lnTo>
                    <a:lnTo>
                      <a:pt x="1" y="191538"/>
                    </a:lnTo>
                    <a:close/>
                  </a:path>
                </a:pathLst>
              </a:custGeom>
              <a:noFill/>
              <a:ln w="4785" cap="flat">
                <a:noFill/>
                <a:prstDash val="solid"/>
                <a:miter/>
              </a:ln>
            </p:spPr>
            <p:txBody>
              <a:bodyPr rtlCol="0" anchor="ctr"/>
              <a:lstStyle/>
              <a:p>
                <a:endParaRPr lang="de-DE"/>
              </a:p>
            </p:txBody>
          </p:sp>
          <p:pic>
            <p:nvPicPr>
              <p:cNvPr id="129" name="Grafik 128">
                <a:extLst>
                  <a:ext uri="{FF2B5EF4-FFF2-40B4-BE49-F238E27FC236}">
                    <a16:creationId xmlns:a16="http://schemas.microsoft.com/office/drawing/2014/main" id="{29869E51-0BA2-0D2F-423D-D5425D7DB144}"/>
                  </a:ext>
                </a:extLst>
              </p:cNvPr>
              <p:cNvPicPr>
                <a:picLocks noChangeAspect="1"/>
              </p:cNvPicPr>
              <p:nvPr/>
            </p:nvPicPr>
            <p:blipFill>
              <a:blip r:embed="rId17"/>
              <a:stretch>
                <a:fillRect/>
              </a:stretch>
            </p:blipFill>
            <p:spPr>
              <a:xfrm>
                <a:off x="4803965" y="3567512"/>
                <a:ext cx="373497" cy="81403"/>
              </a:xfrm>
              <a:custGeom>
                <a:avLst/>
                <a:gdLst>
                  <a:gd name="connsiteX0" fmla="*/ 0 w 373497"/>
                  <a:gd name="connsiteY0" fmla="*/ 0 h 81403"/>
                  <a:gd name="connsiteX1" fmla="*/ 373498 w 373497"/>
                  <a:gd name="connsiteY1" fmla="*/ 0 h 81403"/>
                  <a:gd name="connsiteX2" fmla="*/ 373498 w 373497"/>
                  <a:gd name="connsiteY2" fmla="*/ 81403 h 81403"/>
                  <a:gd name="connsiteX3" fmla="*/ 0 w 373497"/>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73497" h="81403">
                    <a:moveTo>
                      <a:pt x="0" y="0"/>
                    </a:moveTo>
                    <a:lnTo>
                      <a:pt x="373498" y="0"/>
                    </a:lnTo>
                    <a:lnTo>
                      <a:pt x="373498" y="81403"/>
                    </a:lnTo>
                    <a:lnTo>
                      <a:pt x="0" y="81403"/>
                    </a:lnTo>
                    <a:close/>
                  </a:path>
                </a:pathLst>
              </a:custGeom>
            </p:spPr>
          </p:pic>
        </p:grpSp>
        <p:grpSp>
          <p:nvGrpSpPr>
            <p:cNvPr id="130" name="Grafik 8">
              <a:extLst>
                <a:ext uri="{FF2B5EF4-FFF2-40B4-BE49-F238E27FC236}">
                  <a16:creationId xmlns:a16="http://schemas.microsoft.com/office/drawing/2014/main" id="{0C3AF2CC-9136-01E7-F717-07511F0859A0}"/>
                </a:ext>
              </a:extLst>
            </p:cNvPr>
            <p:cNvGrpSpPr/>
            <p:nvPr/>
          </p:nvGrpSpPr>
          <p:grpSpPr>
            <a:xfrm>
              <a:off x="8072070" y="4415065"/>
              <a:ext cx="110133" cy="617133"/>
              <a:chOff x="8072070" y="4415065"/>
              <a:chExt cx="110133" cy="617133"/>
            </a:xfrm>
          </p:grpSpPr>
          <p:grpSp>
            <p:nvGrpSpPr>
              <p:cNvPr id="131" name="Grafik 8">
                <a:extLst>
                  <a:ext uri="{FF2B5EF4-FFF2-40B4-BE49-F238E27FC236}">
                    <a16:creationId xmlns:a16="http://schemas.microsoft.com/office/drawing/2014/main" id="{1601ED79-80CF-9FE1-561C-18C8C98BE5B3}"/>
                  </a:ext>
                </a:extLst>
              </p:cNvPr>
              <p:cNvGrpSpPr/>
              <p:nvPr/>
            </p:nvGrpSpPr>
            <p:grpSpPr>
              <a:xfrm>
                <a:off x="8112484" y="4415065"/>
                <a:ext cx="33519" cy="617133"/>
                <a:chOff x="8112484" y="4415065"/>
                <a:chExt cx="33519" cy="617133"/>
              </a:xfrm>
            </p:grpSpPr>
            <p:sp>
              <p:nvSpPr>
                <p:cNvPr id="132" name="Freihandform: Form 131">
                  <a:extLst>
                    <a:ext uri="{FF2B5EF4-FFF2-40B4-BE49-F238E27FC236}">
                      <a16:creationId xmlns:a16="http://schemas.microsoft.com/office/drawing/2014/main" id="{84C78C81-7D38-5F1D-FD9C-D7BF7DF1B41E}"/>
                    </a:ext>
                  </a:extLst>
                </p:cNvPr>
                <p:cNvSpPr/>
                <p:nvPr/>
              </p:nvSpPr>
              <p:spPr>
                <a:xfrm>
                  <a:off x="8129244" y="4415065"/>
                  <a:ext cx="4788" cy="591993"/>
                </a:xfrm>
                <a:custGeom>
                  <a:avLst/>
                  <a:gdLst>
                    <a:gd name="connsiteX0" fmla="*/ 1 w 4788"/>
                    <a:gd name="connsiteY0" fmla="*/ 1 h 591993"/>
                    <a:gd name="connsiteX1" fmla="*/ 1 w 4788"/>
                    <a:gd name="connsiteY1" fmla="*/ 335191 h 591993"/>
                    <a:gd name="connsiteX2" fmla="*/ 1 w 4788"/>
                    <a:gd name="connsiteY2" fmla="*/ 591994 h 591993"/>
                  </a:gdLst>
                  <a:ahLst/>
                  <a:cxnLst>
                    <a:cxn ang="0">
                      <a:pos x="connsiteX0" y="connsiteY0"/>
                    </a:cxn>
                    <a:cxn ang="0">
                      <a:pos x="connsiteX1" y="connsiteY1"/>
                    </a:cxn>
                    <a:cxn ang="0">
                      <a:pos x="connsiteX2" y="connsiteY2"/>
                    </a:cxn>
                  </a:cxnLst>
                  <a:rect l="l" t="t" r="r" b="b"/>
                  <a:pathLst>
                    <a:path w="4788" h="591993">
                      <a:moveTo>
                        <a:pt x="1" y="1"/>
                      </a:moveTo>
                      <a:lnTo>
                        <a:pt x="1" y="335191"/>
                      </a:lnTo>
                      <a:lnTo>
                        <a:pt x="1" y="591994"/>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33" name="Freihandform: Form 132">
                  <a:extLst>
                    <a:ext uri="{FF2B5EF4-FFF2-40B4-BE49-F238E27FC236}">
                      <a16:creationId xmlns:a16="http://schemas.microsoft.com/office/drawing/2014/main" id="{1CA87415-7693-63C3-CC18-B35229FF795E}"/>
                    </a:ext>
                  </a:extLst>
                </p:cNvPr>
                <p:cNvSpPr/>
                <p:nvPr/>
              </p:nvSpPr>
              <p:spPr>
                <a:xfrm>
                  <a:off x="8112484" y="499867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34" name="Grafik 133">
                <a:extLst>
                  <a:ext uri="{FF2B5EF4-FFF2-40B4-BE49-F238E27FC236}">
                    <a16:creationId xmlns:a16="http://schemas.microsoft.com/office/drawing/2014/main" id="{6EB979F2-0B75-A48E-6990-7938EF9A59D9}"/>
                  </a:ext>
                </a:extLst>
              </p:cNvPr>
              <p:cNvPicPr>
                <a:picLocks noChangeAspect="1"/>
              </p:cNvPicPr>
              <p:nvPr/>
            </p:nvPicPr>
            <p:blipFill>
              <a:blip r:embed="rId3"/>
              <a:stretch>
                <a:fillRect/>
              </a:stretch>
            </p:blipFill>
            <p:spPr>
              <a:xfrm>
                <a:off x="8072070" y="4623362"/>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35" name="Grafik 8">
              <a:extLst>
                <a:ext uri="{FF2B5EF4-FFF2-40B4-BE49-F238E27FC236}">
                  <a16:creationId xmlns:a16="http://schemas.microsoft.com/office/drawing/2014/main" id="{3DE5FB43-9414-746E-D6F8-25A84E6E2FB7}"/>
                </a:ext>
              </a:extLst>
            </p:cNvPr>
            <p:cNvGrpSpPr/>
            <p:nvPr/>
          </p:nvGrpSpPr>
          <p:grpSpPr>
            <a:xfrm>
              <a:off x="8416837" y="4297748"/>
              <a:ext cx="1094156" cy="734449"/>
              <a:chOff x="8416837" y="4297748"/>
              <a:chExt cx="1094156" cy="734449"/>
            </a:xfrm>
          </p:grpSpPr>
          <p:grpSp>
            <p:nvGrpSpPr>
              <p:cNvPr id="136" name="Grafik 8">
                <a:extLst>
                  <a:ext uri="{FF2B5EF4-FFF2-40B4-BE49-F238E27FC236}">
                    <a16:creationId xmlns:a16="http://schemas.microsoft.com/office/drawing/2014/main" id="{950CB0C4-313D-45D6-A597-419A7A06BAC9}"/>
                  </a:ext>
                </a:extLst>
              </p:cNvPr>
              <p:cNvGrpSpPr/>
              <p:nvPr/>
            </p:nvGrpSpPr>
            <p:grpSpPr>
              <a:xfrm>
                <a:off x="8416837" y="4319296"/>
                <a:ext cx="1094156" cy="712901"/>
                <a:chOff x="8416837" y="4319296"/>
                <a:chExt cx="1094156" cy="712901"/>
              </a:xfrm>
            </p:grpSpPr>
            <p:sp>
              <p:nvSpPr>
                <p:cNvPr id="137" name="Freihandform: Form 136">
                  <a:extLst>
                    <a:ext uri="{FF2B5EF4-FFF2-40B4-BE49-F238E27FC236}">
                      <a16:creationId xmlns:a16="http://schemas.microsoft.com/office/drawing/2014/main" id="{F8F03BFE-962A-C97E-DB5E-B1CB9654BFD1}"/>
                    </a:ext>
                  </a:extLst>
                </p:cNvPr>
                <p:cNvSpPr/>
                <p:nvPr/>
              </p:nvSpPr>
              <p:spPr>
                <a:xfrm>
                  <a:off x="8416837" y="4319296"/>
                  <a:ext cx="1077397" cy="687762"/>
                </a:xfrm>
                <a:custGeom>
                  <a:avLst/>
                  <a:gdLst>
                    <a:gd name="connsiteX0" fmla="*/ 1 w 1077397"/>
                    <a:gd name="connsiteY0" fmla="*/ 1 h 687762"/>
                    <a:gd name="connsiteX1" fmla="*/ 1077398 w 1077397"/>
                    <a:gd name="connsiteY1" fmla="*/ 1 h 687762"/>
                    <a:gd name="connsiteX2" fmla="*/ 1077398 w 1077397"/>
                    <a:gd name="connsiteY2" fmla="*/ 687763 h 687762"/>
                  </a:gdLst>
                  <a:ahLst/>
                  <a:cxnLst>
                    <a:cxn ang="0">
                      <a:pos x="connsiteX0" y="connsiteY0"/>
                    </a:cxn>
                    <a:cxn ang="0">
                      <a:pos x="connsiteX1" y="connsiteY1"/>
                    </a:cxn>
                    <a:cxn ang="0">
                      <a:pos x="connsiteX2" y="connsiteY2"/>
                    </a:cxn>
                  </a:cxnLst>
                  <a:rect l="l" t="t" r="r" b="b"/>
                  <a:pathLst>
                    <a:path w="1077397" h="687762">
                      <a:moveTo>
                        <a:pt x="1" y="1"/>
                      </a:moveTo>
                      <a:lnTo>
                        <a:pt x="1077398" y="1"/>
                      </a:lnTo>
                      <a:lnTo>
                        <a:pt x="1077398" y="687763"/>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38" name="Freihandform: Form 137">
                  <a:extLst>
                    <a:ext uri="{FF2B5EF4-FFF2-40B4-BE49-F238E27FC236}">
                      <a16:creationId xmlns:a16="http://schemas.microsoft.com/office/drawing/2014/main" id="{87A8D804-9402-737D-8062-2F3A8584F592}"/>
                    </a:ext>
                  </a:extLst>
                </p:cNvPr>
                <p:cNvSpPr/>
                <p:nvPr/>
              </p:nvSpPr>
              <p:spPr>
                <a:xfrm>
                  <a:off x="9477474" y="499867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39" name="Grafik 138">
                <a:extLst>
                  <a:ext uri="{FF2B5EF4-FFF2-40B4-BE49-F238E27FC236}">
                    <a16:creationId xmlns:a16="http://schemas.microsoft.com/office/drawing/2014/main" id="{E865EE54-1ED4-AFC6-6A07-0DED0AA03F3E}"/>
                  </a:ext>
                </a:extLst>
              </p:cNvPr>
              <p:cNvPicPr>
                <a:picLocks noChangeAspect="1"/>
              </p:cNvPicPr>
              <p:nvPr/>
            </p:nvPicPr>
            <p:blipFill>
              <a:blip r:embed="rId3"/>
              <a:stretch>
                <a:fillRect/>
              </a:stretch>
            </p:blipFill>
            <p:spPr>
              <a:xfrm>
                <a:off x="8991449" y="4297748"/>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40" name="Grafik 8">
              <a:extLst>
                <a:ext uri="{FF2B5EF4-FFF2-40B4-BE49-F238E27FC236}">
                  <a16:creationId xmlns:a16="http://schemas.microsoft.com/office/drawing/2014/main" id="{B4BEF55D-D828-13BB-262D-530B62C0FD6F}"/>
                </a:ext>
              </a:extLst>
            </p:cNvPr>
            <p:cNvGrpSpPr/>
            <p:nvPr/>
          </p:nvGrpSpPr>
          <p:grpSpPr>
            <a:xfrm>
              <a:off x="7842225" y="4127759"/>
              <a:ext cx="574611" cy="287305"/>
              <a:chOff x="7842225" y="4127759"/>
              <a:chExt cx="574611" cy="287305"/>
            </a:xfrm>
            <a:solidFill>
              <a:srgbClr val="FFFFFF"/>
            </a:solidFill>
          </p:grpSpPr>
          <p:sp>
            <p:nvSpPr>
              <p:cNvPr id="141" name="Freihandform: Form 140">
                <a:extLst>
                  <a:ext uri="{FF2B5EF4-FFF2-40B4-BE49-F238E27FC236}">
                    <a16:creationId xmlns:a16="http://schemas.microsoft.com/office/drawing/2014/main" id="{78BBB74C-160E-C492-1EDB-F733C336AB7F}"/>
                  </a:ext>
                </a:extLst>
              </p:cNvPr>
              <p:cNvSpPr/>
              <p:nvPr/>
            </p:nvSpPr>
            <p:spPr>
              <a:xfrm>
                <a:off x="7842225" y="4127759"/>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42" name="Grafik 141">
                <a:extLst>
                  <a:ext uri="{FF2B5EF4-FFF2-40B4-BE49-F238E27FC236}">
                    <a16:creationId xmlns:a16="http://schemas.microsoft.com/office/drawing/2014/main" id="{83870EFB-7743-6C57-CDE1-A1D3EFB1B08B}"/>
                  </a:ext>
                </a:extLst>
              </p:cNvPr>
              <p:cNvPicPr>
                <a:picLocks noChangeAspect="1"/>
              </p:cNvPicPr>
              <p:nvPr/>
            </p:nvPicPr>
            <p:blipFill>
              <a:blip r:embed="rId18"/>
              <a:stretch>
                <a:fillRect/>
              </a:stretch>
            </p:blipFill>
            <p:spPr>
              <a:xfrm>
                <a:off x="7844619" y="4237893"/>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43" name="Grafik 8">
              <a:extLst>
                <a:ext uri="{FF2B5EF4-FFF2-40B4-BE49-F238E27FC236}">
                  <a16:creationId xmlns:a16="http://schemas.microsoft.com/office/drawing/2014/main" id="{C6614314-B661-F738-CF33-DAABA686A1A6}"/>
                </a:ext>
              </a:extLst>
            </p:cNvPr>
            <p:cNvGrpSpPr/>
            <p:nvPr/>
          </p:nvGrpSpPr>
          <p:grpSpPr>
            <a:xfrm>
              <a:off x="7052134" y="5164454"/>
              <a:ext cx="784728" cy="75417"/>
              <a:chOff x="7052134" y="5164454"/>
              <a:chExt cx="784728" cy="75417"/>
            </a:xfrm>
          </p:grpSpPr>
          <p:grpSp>
            <p:nvGrpSpPr>
              <p:cNvPr id="144" name="Grafik 8">
                <a:extLst>
                  <a:ext uri="{FF2B5EF4-FFF2-40B4-BE49-F238E27FC236}">
                    <a16:creationId xmlns:a16="http://schemas.microsoft.com/office/drawing/2014/main" id="{D875C204-DB11-2DC0-0118-51CEEDDACB8B}"/>
                  </a:ext>
                </a:extLst>
              </p:cNvPr>
              <p:cNvGrpSpPr/>
              <p:nvPr/>
            </p:nvGrpSpPr>
            <p:grpSpPr>
              <a:xfrm>
                <a:off x="7052134" y="5164454"/>
                <a:ext cx="784728" cy="33519"/>
                <a:chOff x="7052134" y="5164454"/>
                <a:chExt cx="784728" cy="33519"/>
              </a:xfrm>
            </p:grpSpPr>
            <p:sp>
              <p:nvSpPr>
                <p:cNvPr id="145" name="Freihandform: Form 144">
                  <a:extLst>
                    <a:ext uri="{FF2B5EF4-FFF2-40B4-BE49-F238E27FC236}">
                      <a16:creationId xmlns:a16="http://schemas.microsoft.com/office/drawing/2014/main" id="{97B05AE0-5C72-4F1B-B85F-56FF8C7FA5C4}"/>
                    </a:ext>
                  </a:extLst>
                </p:cNvPr>
                <p:cNvSpPr/>
                <p:nvPr/>
              </p:nvSpPr>
              <p:spPr>
                <a:xfrm>
                  <a:off x="7052134"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AB3AE20F-FDB8-42A6-368A-C38304E1A532}"/>
                    </a:ext>
                  </a:extLst>
                </p:cNvPr>
                <p:cNvSpPr/>
                <p:nvPr/>
              </p:nvSpPr>
              <p:spPr>
                <a:xfrm>
                  <a:off x="7803343"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47" name="Grafik 146">
                <a:extLst>
                  <a:ext uri="{FF2B5EF4-FFF2-40B4-BE49-F238E27FC236}">
                    <a16:creationId xmlns:a16="http://schemas.microsoft.com/office/drawing/2014/main" id="{264A2A5A-0194-C49E-427F-6DD722061332}"/>
                  </a:ext>
                </a:extLst>
              </p:cNvPr>
              <p:cNvPicPr>
                <a:picLocks noChangeAspect="1"/>
              </p:cNvPicPr>
              <p:nvPr/>
            </p:nvPicPr>
            <p:blipFill>
              <a:blip r:embed="rId5"/>
              <a:stretch>
                <a:fillRect/>
              </a:stretch>
            </p:blipFill>
            <p:spPr>
              <a:xfrm>
                <a:off x="7320286" y="516445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48" name="Grafik 8">
              <a:extLst>
                <a:ext uri="{FF2B5EF4-FFF2-40B4-BE49-F238E27FC236}">
                  <a16:creationId xmlns:a16="http://schemas.microsoft.com/office/drawing/2014/main" id="{25FB7962-7464-AC4C-4214-F3E28A055A65}"/>
                </a:ext>
              </a:extLst>
            </p:cNvPr>
            <p:cNvGrpSpPr/>
            <p:nvPr/>
          </p:nvGrpSpPr>
          <p:grpSpPr>
            <a:xfrm>
              <a:off x="5153520" y="5330230"/>
              <a:ext cx="268152" cy="252637"/>
              <a:chOff x="5153520" y="5330230"/>
              <a:chExt cx="268152" cy="252637"/>
            </a:xfrm>
          </p:grpSpPr>
          <p:grpSp>
            <p:nvGrpSpPr>
              <p:cNvPr id="149" name="Grafik 8">
                <a:extLst>
                  <a:ext uri="{FF2B5EF4-FFF2-40B4-BE49-F238E27FC236}">
                    <a16:creationId xmlns:a16="http://schemas.microsoft.com/office/drawing/2014/main" id="{CD60E37D-2138-74F8-5AF1-A64C156F3750}"/>
                  </a:ext>
                </a:extLst>
              </p:cNvPr>
              <p:cNvGrpSpPr/>
              <p:nvPr/>
            </p:nvGrpSpPr>
            <p:grpSpPr>
              <a:xfrm>
                <a:off x="5263654" y="5330230"/>
                <a:ext cx="33519" cy="252637"/>
                <a:chOff x="5263654" y="5330230"/>
                <a:chExt cx="33519" cy="252637"/>
              </a:xfrm>
            </p:grpSpPr>
            <p:sp>
              <p:nvSpPr>
                <p:cNvPr id="150" name="Freihandform: Form 149">
                  <a:extLst>
                    <a:ext uri="{FF2B5EF4-FFF2-40B4-BE49-F238E27FC236}">
                      <a16:creationId xmlns:a16="http://schemas.microsoft.com/office/drawing/2014/main" id="{85147333-9BEE-D62F-C1DD-CFEAF6B0A69A}"/>
                    </a:ext>
                  </a:extLst>
                </p:cNvPr>
                <p:cNvSpPr/>
                <p:nvPr/>
              </p:nvSpPr>
              <p:spPr>
                <a:xfrm>
                  <a:off x="5280414" y="5355369"/>
                  <a:ext cx="4788" cy="202359"/>
                </a:xfrm>
                <a:custGeom>
                  <a:avLst/>
                  <a:gdLst>
                    <a:gd name="connsiteX0" fmla="*/ 1 w 4788"/>
                    <a:gd name="connsiteY0" fmla="*/ 1 h 202359"/>
                    <a:gd name="connsiteX1" fmla="*/ 1 w 4788"/>
                    <a:gd name="connsiteY1" fmla="*/ 17383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17383"/>
                      </a:lnTo>
                      <a:lnTo>
                        <a:pt x="1" y="202360"/>
                      </a:lnTo>
                    </a:path>
                  </a:pathLst>
                </a:custGeom>
                <a:noFill/>
                <a:ln w="4785" cap="flat">
                  <a:solidFill>
                    <a:srgbClr val="000000"/>
                  </a:solid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B011DA6D-1525-C4F7-B148-3ECD39A16A3D}"/>
                    </a:ext>
                  </a:extLst>
                </p:cNvPr>
                <p:cNvSpPr/>
                <p:nvPr/>
              </p:nvSpPr>
              <p:spPr>
                <a:xfrm>
                  <a:off x="5263654"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C0C2ACE0-706F-9A7E-CC3B-1507707B6A7A}"/>
                    </a:ext>
                  </a:extLst>
                </p:cNvPr>
                <p:cNvSpPr/>
                <p:nvPr/>
              </p:nvSpPr>
              <p:spPr>
                <a:xfrm>
                  <a:off x="5263654"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53" name="Grafik 152">
                <a:extLst>
                  <a:ext uri="{FF2B5EF4-FFF2-40B4-BE49-F238E27FC236}">
                    <a16:creationId xmlns:a16="http://schemas.microsoft.com/office/drawing/2014/main" id="{7E9F96D7-8630-6ADC-06DC-2DD18D9CB54D}"/>
                  </a:ext>
                </a:extLst>
              </p:cNvPr>
              <p:cNvPicPr>
                <a:picLocks noChangeAspect="1"/>
              </p:cNvPicPr>
              <p:nvPr/>
            </p:nvPicPr>
            <p:blipFill>
              <a:blip r:embed="rId6"/>
              <a:stretch>
                <a:fillRect/>
              </a:stretch>
            </p:blipFill>
            <p:spPr>
              <a:xfrm>
                <a:off x="5153520"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54" name="Grafik 8">
              <a:extLst>
                <a:ext uri="{FF2B5EF4-FFF2-40B4-BE49-F238E27FC236}">
                  <a16:creationId xmlns:a16="http://schemas.microsoft.com/office/drawing/2014/main" id="{7FEB0775-1D4E-3FCA-C618-F7F397BD9DFD}"/>
                </a:ext>
              </a:extLst>
            </p:cNvPr>
            <p:cNvGrpSpPr/>
            <p:nvPr/>
          </p:nvGrpSpPr>
          <p:grpSpPr>
            <a:xfrm>
              <a:off x="5567720" y="4518016"/>
              <a:ext cx="5453449" cy="519544"/>
              <a:chOff x="5567720" y="4518016"/>
              <a:chExt cx="5453449" cy="519544"/>
            </a:xfrm>
          </p:grpSpPr>
          <p:grpSp>
            <p:nvGrpSpPr>
              <p:cNvPr id="155" name="Grafik 8">
                <a:extLst>
                  <a:ext uri="{FF2B5EF4-FFF2-40B4-BE49-F238E27FC236}">
                    <a16:creationId xmlns:a16="http://schemas.microsoft.com/office/drawing/2014/main" id="{00D512A3-5611-1ABB-0CCA-4CA71D8A83EB}"/>
                  </a:ext>
                </a:extLst>
              </p:cNvPr>
              <p:cNvGrpSpPr/>
              <p:nvPr/>
            </p:nvGrpSpPr>
            <p:grpSpPr>
              <a:xfrm>
                <a:off x="5567720" y="4527880"/>
                <a:ext cx="5453449" cy="509680"/>
                <a:chOff x="5567720" y="4527880"/>
                <a:chExt cx="5453449" cy="509680"/>
              </a:xfrm>
            </p:grpSpPr>
            <p:sp>
              <p:nvSpPr>
                <p:cNvPr id="156" name="Freihandform: Form 155">
                  <a:extLst>
                    <a:ext uri="{FF2B5EF4-FFF2-40B4-BE49-F238E27FC236}">
                      <a16:creationId xmlns:a16="http://schemas.microsoft.com/office/drawing/2014/main" id="{928D746C-CEC5-BC70-4F59-F9E0D810AE9B}"/>
                    </a:ext>
                  </a:extLst>
                </p:cNvPr>
                <p:cNvSpPr/>
                <p:nvPr/>
              </p:nvSpPr>
              <p:spPr>
                <a:xfrm>
                  <a:off x="5567720" y="4544640"/>
                  <a:ext cx="5428310" cy="492921"/>
                </a:xfrm>
                <a:custGeom>
                  <a:avLst/>
                  <a:gdLst>
                    <a:gd name="connsiteX0" fmla="*/ 1 w 5428310"/>
                    <a:gd name="connsiteY0" fmla="*/ 492922 h 492921"/>
                    <a:gd name="connsiteX1" fmla="*/ 1 w 5428310"/>
                    <a:gd name="connsiteY1" fmla="*/ 1 h 492921"/>
                    <a:gd name="connsiteX2" fmla="*/ 5428311 w 5428310"/>
                    <a:gd name="connsiteY2" fmla="*/ 1 h 492921"/>
                  </a:gdLst>
                  <a:ahLst/>
                  <a:cxnLst>
                    <a:cxn ang="0">
                      <a:pos x="connsiteX0" y="connsiteY0"/>
                    </a:cxn>
                    <a:cxn ang="0">
                      <a:pos x="connsiteX1" y="connsiteY1"/>
                    </a:cxn>
                    <a:cxn ang="0">
                      <a:pos x="connsiteX2" y="connsiteY2"/>
                    </a:cxn>
                  </a:cxnLst>
                  <a:rect l="l" t="t" r="r" b="b"/>
                  <a:pathLst>
                    <a:path w="5428310" h="492921">
                      <a:moveTo>
                        <a:pt x="1" y="492922"/>
                      </a:moveTo>
                      <a:lnTo>
                        <a:pt x="1" y="1"/>
                      </a:lnTo>
                      <a:lnTo>
                        <a:pt x="5428311" y="1"/>
                      </a:lnTo>
                    </a:path>
                  </a:pathLst>
                </a:custGeom>
                <a:noFill/>
                <a:ln w="4785" cap="flat">
                  <a:solidFill>
                    <a:srgbClr val="000000"/>
                  </a:solidFill>
                  <a:custDash>
                    <a:ds d="75000" sp="300000"/>
                  </a:custDash>
                  <a:miter/>
                </a:ln>
              </p:spPr>
              <p:txBody>
                <a:bodyPr rtlCol="0" anchor="ctr"/>
                <a:lstStyle/>
                <a:p>
                  <a:endParaRPr lang="de-DE"/>
                </a:p>
              </p:txBody>
            </p:sp>
            <p:sp>
              <p:nvSpPr>
                <p:cNvPr id="157" name="Freihandform: Form 156">
                  <a:extLst>
                    <a:ext uri="{FF2B5EF4-FFF2-40B4-BE49-F238E27FC236}">
                      <a16:creationId xmlns:a16="http://schemas.microsoft.com/office/drawing/2014/main" id="{6BE0737E-82EC-D253-4190-B45D6A753A39}"/>
                    </a:ext>
                  </a:extLst>
                </p:cNvPr>
                <p:cNvSpPr/>
                <p:nvPr/>
              </p:nvSpPr>
              <p:spPr>
                <a:xfrm>
                  <a:off x="10987650" y="4527880"/>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58" name="Grafik 157">
                <a:extLst>
                  <a:ext uri="{FF2B5EF4-FFF2-40B4-BE49-F238E27FC236}">
                    <a16:creationId xmlns:a16="http://schemas.microsoft.com/office/drawing/2014/main" id="{1B983728-23F6-DFC2-6334-B4496A7EB6E3}"/>
                  </a:ext>
                </a:extLst>
              </p:cNvPr>
              <p:cNvPicPr>
                <a:picLocks noChangeAspect="1"/>
              </p:cNvPicPr>
              <p:nvPr/>
            </p:nvPicPr>
            <p:blipFill>
              <a:blip r:embed="rId5"/>
              <a:stretch>
                <a:fillRect/>
              </a:stretch>
            </p:blipFill>
            <p:spPr>
              <a:xfrm>
                <a:off x="9680983" y="4518016"/>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59" name="Grafik 8">
              <a:extLst>
                <a:ext uri="{FF2B5EF4-FFF2-40B4-BE49-F238E27FC236}">
                  <a16:creationId xmlns:a16="http://schemas.microsoft.com/office/drawing/2014/main" id="{07386DE2-BD65-E0E8-E944-D7F5C9AF0A58}"/>
                </a:ext>
              </a:extLst>
            </p:cNvPr>
            <p:cNvGrpSpPr/>
            <p:nvPr/>
          </p:nvGrpSpPr>
          <p:grpSpPr>
            <a:xfrm>
              <a:off x="5136761" y="5037561"/>
              <a:ext cx="574611" cy="287305"/>
              <a:chOff x="5136761" y="5037561"/>
              <a:chExt cx="574611" cy="287305"/>
            </a:xfrm>
            <a:solidFill>
              <a:srgbClr val="FFFFFF"/>
            </a:solidFill>
          </p:grpSpPr>
          <p:sp>
            <p:nvSpPr>
              <p:cNvPr id="160" name="Freihandform: Form 159">
                <a:extLst>
                  <a:ext uri="{FF2B5EF4-FFF2-40B4-BE49-F238E27FC236}">
                    <a16:creationId xmlns:a16="http://schemas.microsoft.com/office/drawing/2014/main" id="{88F24009-FFEA-D2AB-42FB-200ECCA5157D}"/>
                  </a:ext>
                </a:extLst>
              </p:cNvPr>
              <p:cNvSpPr/>
              <p:nvPr/>
            </p:nvSpPr>
            <p:spPr>
              <a:xfrm>
                <a:off x="5136761"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61" name="Grafik 160">
                <a:extLst>
                  <a:ext uri="{FF2B5EF4-FFF2-40B4-BE49-F238E27FC236}">
                    <a16:creationId xmlns:a16="http://schemas.microsoft.com/office/drawing/2014/main" id="{17942982-0516-BB57-018D-03EAB32D916C}"/>
                  </a:ext>
                </a:extLst>
              </p:cNvPr>
              <p:cNvPicPr>
                <a:picLocks noChangeAspect="1"/>
              </p:cNvPicPr>
              <p:nvPr/>
            </p:nvPicPr>
            <p:blipFill>
              <a:blip r:embed="rId19"/>
              <a:stretch>
                <a:fillRect/>
              </a:stretch>
            </p:blipFill>
            <p:spPr>
              <a:xfrm>
                <a:off x="5139155"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62" name="Grafik 8">
              <a:extLst>
                <a:ext uri="{FF2B5EF4-FFF2-40B4-BE49-F238E27FC236}">
                  <a16:creationId xmlns:a16="http://schemas.microsoft.com/office/drawing/2014/main" id="{9E015D76-E5FB-1CC4-47EA-65A8FC856E8D}"/>
                </a:ext>
              </a:extLst>
            </p:cNvPr>
            <p:cNvGrpSpPr/>
            <p:nvPr/>
          </p:nvGrpSpPr>
          <p:grpSpPr>
            <a:xfrm>
              <a:off x="5407307" y="4240287"/>
              <a:ext cx="2434917" cy="791910"/>
              <a:chOff x="5407307" y="4240287"/>
              <a:chExt cx="2434917" cy="791910"/>
            </a:xfrm>
          </p:grpSpPr>
          <p:grpSp>
            <p:nvGrpSpPr>
              <p:cNvPr id="163" name="Grafik 8">
                <a:extLst>
                  <a:ext uri="{FF2B5EF4-FFF2-40B4-BE49-F238E27FC236}">
                    <a16:creationId xmlns:a16="http://schemas.microsoft.com/office/drawing/2014/main" id="{CDEEB79C-FADC-A870-EDB9-FE6E2A116261}"/>
                  </a:ext>
                </a:extLst>
              </p:cNvPr>
              <p:cNvGrpSpPr/>
              <p:nvPr/>
            </p:nvGrpSpPr>
            <p:grpSpPr>
              <a:xfrm>
                <a:off x="5407307" y="4271412"/>
                <a:ext cx="2434917" cy="760786"/>
                <a:chOff x="5407307" y="4271412"/>
                <a:chExt cx="2434917" cy="760786"/>
              </a:xfrm>
            </p:grpSpPr>
            <p:sp>
              <p:nvSpPr>
                <p:cNvPr id="164" name="Freihandform: Form 163">
                  <a:extLst>
                    <a:ext uri="{FF2B5EF4-FFF2-40B4-BE49-F238E27FC236}">
                      <a16:creationId xmlns:a16="http://schemas.microsoft.com/office/drawing/2014/main" id="{53D40A60-E1E9-9FA0-969F-D3DDC4EB400E}"/>
                    </a:ext>
                  </a:extLst>
                </p:cNvPr>
                <p:cNvSpPr/>
                <p:nvPr/>
              </p:nvSpPr>
              <p:spPr>
                <a:xfrm>
                  <a:off x="5424067" y="4271412"/>
                  <a:ext cx="2418158" cy="735646"/>
                </a:xfrm>
                <a:custGeom>
                  <a:avLst/>
                  <a:gdLst>
                    <a:gd name="connsiteX0" fmla="*/ 2418159 w 2418158"/>
                    <a:gd name="connsiteY0" fmla="*/ 1 h 735646"/>
                    <a:gd name="connsiteX1" fmla="*/ 1 w 2418158"/>
                    <a:gd name="connsiteY1" fmla="*/ 1 h 735646"/>
                    <a:gd name="connsiteX2" fmla="*/ 1 w 2418158"/>
                    <a:gd name="connsiteY2" fmla="*/ 735647 h 735646"/>
                  </a:gdLst>
                  <a:ahLst/>
                  <a:cxnLst>
                    <a:cxn ang="0">
                      <a:pos x="connsiteX0" y="connsiteY0"/>
                    </a:cxn>
                    <a:cxn ang="0">
                      <a:pos x="connsiteX1" y="connsiteY1"/>
                    </a:cxn>
                    <a:cxn ang="0">
                      <a:pos x="connsiteX2" y="connsiteY2"/>
                    </a:cxn>
                  </a:cxnLst>
                  <a:rect l="l" t="t" r="r" b="b"/>
                  <a:pathLst>
                    <a:path w="2418158" h="735646">
                      <a:moveTo>
                        <a:pt x="2418159" y="1"/>
                      </a:moveTo>
                      <a:lnTo>
                        <a:pt x="1" y="1"/>
                      </a:lnTo>
                      <a:lnTo>
                        <a:pt x="1" y="735647"/>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65" name="Freihandform: Form 164">
                  <a:extLst>
                    <a:ext uri="{FF2B5EF4-FFF2-40B4-BE49-F238E27FC236}">
                      <a16:creationId xmlns:a16="http://schemas.microsoft.com/office/drawing/2014/main" id="{067320BC-FD58-8982-704D-ACD160F4715B}"/>
                    </a:ext>
                  </a:extLst>
                </p:cNvPr>
                <p:cNvSpPr/>
                <p:nvPr/>
              </p:nvSpPr>
              <p:spPr>
                <a:xfrm>
                  <a:off x="5407307" y="499867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66" name="Grafik 165">
                <a:extLst>
                  <a:ext uri="{FF2B5EF4-FFF2-40B4-BE49-F238E27FC236}">
                    <a16:creationId xmlns:a16="http://schemas.microsoft.com/office/drawing/2014/main" id="{371EBBA8-63DD-62DA-6E45-587E9B921D58}"/>
                  </a:ext>
                </a:extLst>
              </p:cNvPr>
              <p:cNvPicPr>
                <a:picLocks noChangeAspect="1"/>
              </p:cNvPicPr>
              <p:nvPr/>
            </p:nvPicPr>
            <p:blipFill>
              <a:blip r:embed="rId3"/>
              <a:stretch>
                <a:fillRect/>
              </a:stretch>
            </p:blipFill>
            <p:spPr>
              <a:xfrm>
                <a:off x="6587656" y="4240287"/>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67" name="Grafik 8">
              <a:extLst>
                <a:ext uri="{FF2B5EF4-FFF2-40B4-BE49-F238E27FC236}">
                  <a16:creationId xmlns:a16="http://schemas.microsoft.com/office/drawing/2014/main" id="{3AD9771D-2D24-53E3-40AB-5E3563C27A02}"/>
                </a:ext>
              </a:extLst>
            </p:cNvPr>
            <p:cNvGrpSpPr/>
            <p:nvPr/>
          </p:nvGrpSpPr>
          <p:grpSpPr>
            <a:xfrm>
              <a:off x="5711373" y="5154878"/>
              <a:ext cx="760786" cy="75417"/>
              <a:chOff x="5711373" y="5154878"/>
              <a:chExt cx="760786" cy="75417"/>
            </a:xfrm>
          </p:grpSpPr>
          <p:grpSp>
            <p:nvGrpSpPr>
              <p:cNvPr id="168" name="Grafik 8">
                <a:extLst>
                  <a:ext uri="{FF2B5EF4-FFF2-40B4-BE49-F238E27FC236}">
                    <a16:creationId xmlns:a16="http://schemas.microsoft.com/office/drawing/2014/main" id="{3B2FE8D7-29E4-1EB6-1E4C-87A781069A3E}"/>
                  </a:ext>
                </a:extLst>
              </p:cNvPr>
              <p:cNvGrpSpPr/>
              <p:nvPr/>
            </p:nvGrpSpPr>
            <p:grpSpPr>
              <a:xfrm>
                <a:off x="5711373" y="5164454"/>
                <a:ext cx="760786" cy="33519"/>
                <a:chOff x="5711373" y="5164454"/>
                <a:chExt cx="760786" cy="33519"/>
              </a:xfrm>
            </p:grpSpPr>
            <p:sp>
              <p:nvSpPr>
                <p:cNvPr id="169" name="Freihandform: Form 168">
                  <a:extLst>
                    <a:ext uri="{FF2B5EF4-FFF2-40B4-BE49-F238E27FC236}">
                      <a16:creationId xmlns:a16="http://schemas.microsoft.com/office/drawing/2014/main" id="{57FDFF69-06B1-6C27-33FF-863BE13CC132}"/>
                    </a:ext>
                  </a:extLst>
                </p:cNvPr>
                <p:cNvSpPr/>
                <p:nvPr/>
              </p:nvSpPr>
              <p:spPr>
                <a:xfrm>
                  <a:off x="5711373" y="5181214"/>
                  <a:ext cx="735646" cy="4788"/>
                </a:xfrm>
                <a:custGeom>
                  <a:avLst/>
                  <a:gdLst>
                    <a:gd name="connsiteX0" fmla="*/ 1 w 735646"/>
                    <a:gd name="connsiteY0" fmla="*/ 1 h 4788"/>
                    <a:gd name="connsiteX1" fmla="*/ 735647 w 735646"/>
                    <a:gd name="connsiteY1" fmla="*/ 1 h 4788"/>
                  </a:gdLst>
                  <a:ahLst/>
                  <a:cxnLst>
                    <a:cxn ang="0">
                      <a:pos x="connsiteX0" y="connsiteY0"/>
                    </a:cxn>
                    <a:cxn ang="0">
                      <a:pos x="connsiteX1" y="connsiteY1"/>
                    </a:cxn>
                  </a:cxnLst>
                  <a:rect l="l" t="t" r="r" b="b"/>
                  <a:pathLst>
                    <a:path w="735646" h="4788">
                      <a:moveTo>
                        <a:pt x="1" y="1"/>
                      </a:moveTo>
                      <a:lnTo>
                        <a:pt x="735647" y="1"/>
                      </a:lnTo>
                    </a:path>
                  </a:pathLst>
                </a:custGeom>
                <a:noFill/>
                <a:ln w="4785" cap="flat">
                  <a:solidFill>
                    <a:srgbClr val="000000"/>
                  </a:solid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EBC8B50E-73E6-4311-CB23-AC87DDEC7F7C}"/>
                    </a:ext>
                  </a:extLst>
                </p:cNvPr>
                <p:cNvSpPr/>
                <p:nvPr/>
              </p:nvSpPr>
              <p:spPr>
                <a:xfrm>
                  <a:off x="6438640"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1" name="Grafik 170">
                <a:extLst>
                  <a:ext uri="{FF2B5EF4-FFF2-40B4-BE49-F238E27FC236}">
                    <a16:creationId xmlns:a16="http://schemas.microsoft.com/office/drawing/2014/main" id="{89C05FBD-4D47-7CCB-D1AA-035CE8A031AD}"/>
                  </a:ext>
                </a:extLst>
              </p:cNvPr>
              <p:cNvPicPr>
                <a:picLocks noChangeAspect="1"/>
              </p:cNvPicPr>
              <p:nvPr/>
            </p:nvPicPr>
            <p:blipFill>
              <a:blip r:embed="rId5"/>
              <a:stretch>
                <a:fillRect/>
              </a:stretch>
            </p:blipFill>
            <p:spPr>
              <a:xfrm>
                <a:off x="5969948" y="5154878"/>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72" name="Grafik 8">
              <a:extLst>
                <a:ext uri="{FF2B5EF4-FFF2-40B4-BE49-F238E27FC236}">
                  <a16:creationId xmlns:a16="http://schemas.microsoft.com/office/drawing/2014/main" id="{695E6758-4916-1024-107C-59885409AE00}"/>
                </a:ext>
              </a:extLst>
            </p:cNvPr>
            <p:cNvGrpSpPr/>
            <p:nvPr/>
          </p:nvGrpSpPr>
          <p:grpSpPr>
            <a:xfrm>
              <a:off x="6956365" y="5324867"/>
              <a:ext cx="3107117" cy="920576"/>
              <a:chOff x="6956365" y="5324867"/>
              <a:chExt cx="3107117" cy="920576"/>
            </a:xfrm>
          </p:grpSpPr>
          <p:grpSp>
            <p:nvGrpSpPr>
              <p:cNvPr id="173" name="Grafik 8">
                <a:extLst>
                  <a:ext uri="{FF2B5EF4-FFF2-40B4-BE49-F238E27FC236}">
                    <a16:creationId xmlns:a16="http://schemas.microsoft.com/office/drawing/2014/main" id="{510542DC-0C5D-3597-0CB7-556DA5001B11}"/>
                  </a:ext>
                </a:extLst>
              </p:cNvPr>
              <p:cNvGrpSpPr/>
              <p:nvPr/>
            </p:nvGrpSpPr>
            <p:grpSpPr>
              <a:xfrm>
                <a:off x="6956365" y="5324867"/>
                <a:ext cx="3107117" cy="878677"/>
                <a:chOff x="6956365" y="5324867"/>
                <a:chExt cx="3107117" cy="878677"/>
              </a:xfrm>
            </p:grpSpPr>
            <p:sp>
              <p:nvSpPr>
                <p:cNvPr id="174" name="Freihandform: Form 173">
                  <a:extLst>
                    <a:ext uri="{FF2B5EF4-FFF2-40B4-BE49-F238E27FC236}">
                      <a16:creationId xmlns:a16="http://schemas.microsoft.com/office/drawing/2014/main" id="{02A0152F-394A-2E80-BB68-CA85057F5536}"/>
                    </a:ext>
                  </a:extLst>
                </p:cNvPr>
                <p:cNvSpPr/>
                <p:nvPr/>
              </p:nvSpPr>
              <p:spPr>
                <a:xfrm>
                  <a:off x="6956365" y="5324867"/>
                  <a:ext cx="3081978" cy="861917"/>
                </a:xfrm>
                <a:custGeom>
                  <a:avLst/>
                  <a:gdLst>
                    <a:gd name="connsiteX0" fmla="*/ 1 w 3081978"/>
                    <a:gd name="connsiteY0" fmla="*/ 1 h 861917"/>
                    <a:gd name="connsiteX1" fmla="*/ 1 w 3081978"/>
                    <a:gd name="connsiteY1" fmla="*/ 861918 h 861917"/>
                    <a:gd name="connsiteX2" fmla="*/ 3081979 w 3081978"/>
                    <a:gd name="connsiteY2" fmla="*/ 861918 h 861917"/>
                  </a:gdLst>
                  <a:ahLst/>
                  <a:cxnLst>
                    <a:cxn ang="0">
                      <a:pos x="connsiteX0" y="connsiteY0"/>
                    </a:cxn>
                    <a:cxn ang="0">
                      <a:pos x="connsiteX1" y="connsiteY1"/>
                    </a:cxn>
                    <a:cxn ang="0">
                      <a:pos x="connsiteX2" y="connsiteY2"/>
                    </a:cxn>
                  </a:cxnLst>
                  <a:rect l="l" t="t" r="r" b="b"/>
                  <a:pathLst>
                    <a:path w="3081978" h="861917">
                      <a:moveTo>
                        <a:pt x="1" y="1"/>
                      </a:moveTo>
                      <a:lnTo>
                        <a:pt x="1" y="861918"/>
                      </a:lnTo>
                      <a:lnTo>
                        <a:pt x="3081979" y="861918"/>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75" name="Freihandform: Form 174">
                  <a:extLst>
                    <a:ext uri="{FF2B5EF4-FFF2-40B4-BE49-F238E27FC236}">
                      <a16:creationId xmlns:a16="http://schemas.microsoft.com/office/drawing/2014/main" id="{FEC358CD-2CD5-A04D-3BFF-AB5687D6751A}"/>
                    </a:ext>
                  </a:extLst>
                </p:cNvPr>
                <p:cNvSpPr/>
                <p:nvPr/>
              </p:nvSpPr>
              <p:spPr>
                <a:xfrm>
                  <a:off x="10029964" y="6170025"/>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6" name="Grafik 175">
                <a:extLst>
                  <a:ext uri="{FF2B5EF4-FFF2-40B4-BE49-F238E27FC236}">
                    <a16:creationId xmlns:a16="http://schemas.microsoft.com/office/drawing/2014/main" id="{7F6F7B80-7E24-C271-8F75-B015B32106A1}"/>
                  </a:ext>
                </a:extLst>
              </p:cNvPr>
              <p:cNvPicPr>
                <a:picLocks noChangeAspect="1"/>
              </p:cNvPicPr>
              <p:nvPr/>
            </p:nvPicPr>
            <p:blipFill>
              <a:blip r:embed="rId3"/>
              <a:stretch>
                <a:fillRect/>
              </a:stretch>
            </p:blipFill>
            <p:spPr>
              <a:xfrm>
                <a:off x="7114383" y="6170025"/>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77" name="Grafik 8">
              <a:extLst>
                <a:ext uri="{FF2B5EF4-FFF2-40B4-BE49-F238E27FC236}">
                  <a16:creationId xmlns:a16="http://schemas.microsoft.com/office/drawing/2014/main" id="{9AF254E6-B0B9-F8FC-38B1-D532E271A500}"/>
                </a:ext>
              </a:extLst>
            </p:cNvPr>
            <p:cNvGrpSpPr/>
            <p:nvPr/>
          </p:nvGrpSpPr>
          <p:grpSpPr>
            <a:xfrm>
              <a:off x="5646729" y="5324867"/>
              <a:ext cx="926561" cy="633270"/>
              <a:chOff x="5646729" y="5324867"/>
              <a:chExt cx="926561" cy="633270"/>
            </a:xfrm>
          </p:grpSpPr>
          <p:grpSp>
            <p:nvGrpSpPr>
              <p:cNvPr id="178" name="Grafik 8">
                <a:extLst>
                  <a:ext uri="{FF2B5EF4-FFF2-40B4-BE49-F238E27FC236}">
                    <a16:creationId xmlns:a16="http://schemas.microsoft.com/office/drawing/2014/main" id="{2D03730B-8A54-7419-4C28-185E232C6474}"/>
                  </a:ext>
                </a:extLst>
              </p:cNvPr>
              <p:cNvGrpSpPr/>
              <p:nvPr/>
            </p:nvGrpSpPr>
            <p:grpSpPr>
              <a:xfrm>
                <a:off x="5646729" y="5324867"/>
                <a:ext cx="926561" cy="574611"/>
                <a:chOff x="5646729" y="5324867"/>
                <a:chExt cx="926561" cy="574611"/>
              </a:xfrm>
            </p:grpSpPr>
            <p:sp>
              <p:nvSpPr>
                <p:cNvPr id="179" name="Freihandform: Form 178">
                  <a:extLst>
                    <a:ext uri="{FF2B5EF4-FFF2-40B4-BE49-F238E27FC236}">
                      <a16:creationId xmlns:a16="http://schemas.microsoft.com/office/drawing/2014/main" id="{C26B685F-8640-645D-3A85-485CA846533B}"/>
                    </a:ext>
                  </a:extLst>
                </p:cNvPr>
                <p:cNvSpPr/>
                <p:nvPr/>
              </p:nvSpPr>
              <p:spPr>
                <a:xfrm>
                  <a:off x="5663488" y="5324867"/>
                  <a:ext cx="909802" cy="574611"/>
                </a:xfrm>
                <a:custGeom>
                  <a:avLst/>
                  <a:gdLst>
                    <a:gd name="connsiteX0" fmla="*/ 909803 w 909802"/>
                    <a:gd name="connsiteY0" fmla="*/ 1 h 574611"/>
                    <a:gd name="connsiteX1" fmla="*/ 909803 w 909802"/>
                    <a:gd name="connsiteY1" fmla="*/ 574612 h 574611"/>
                    <a:gd name="connsiteX2" fmla="*/ 1 w 909802"/>
                    <a:gd name="connsiteY2" fmla="*/ 574612 h 574611"/>
                    <a:gd name="connsiteX3" fmla="*/ 1 w 909802"/>
                    <a:gd name="connsiteY3" fmla="*/ 30503 h 574611"/>
                  </a:gdLst>
                  <a:ahLst/>
                  <a:cxnLst>
                    <a:cxn ang="0">
                      <a:pos x="connsiteX0" y="connsiteY0"/>
                    </a:cxn>
                    <a:cxn ang="0">
                      <a:pos x="connsiteX1" y="connsiteY1"/>
                    </a:cxn>
                    <a:cxn ang="0">
                      <a:pos x="connsiteX2" y="connsiteY2"/>
                    </a:cxn>
                    <a:cxn ang="0">
                      <a:pos x="connsiteX3" y="connsiteY3"/>
                    </a:cxn>
                  </a:cxnLst>
                  <a:rect l="l" t="t" r="r" b="b"/>
                  <a:pathLst>
                    <a:path w="909802" h="574611">
                      <a:moveTo>
                        <a:pt x="909803" y="1"/>
                      </a:moveTo>
                      <a:lnTo>
                        <a:pt x="909803" y="574612"/>
                      </a:lnTo>
                      <a:lnTo>
                        <a:pt x="1" y="574612"/>
                      </a:lnTo>
                      <a:lnTo>
                        <a:pt x="1" y="30503"/>
                      </a:lnTo>
                    </a:path>
                  </a:pathLst>
                </a:custGeom>
                <a:noFill/>
                <a:ln w="4785" cap="flat">
                  <a:solidFill>
                    <a:srgbClr val="000000"/>
                  </a:solid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53611F1-B7EC-69C6-9C84-431C130CEDD5}"/>
                    </a:ext>
                  </a:extLst>
                </p:cNvPr>
                <p:cNvSpPr/>
                <p:nvPr/>
              </p:nvSpPr>
              <p:spPr>
                <a:xfrm>
                  <a:off x="5646729"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1" name="Grafik 180">
                <a:extLst>
                  <a:ext uri="{FF2B5EF4-FFF2-40B4-BE49-F238E27FC236}">
                    <a16:creationId xmlns:a16="http://schemas.microsoft.com/office/drawing/2014/main" id="{5E168B7D-52EA-4BE4-B1C6-4AB7B19AFC11}"/>
                  </a:ext>
                </a:extLst>
              </p:cNvPr>
              <p:cNvPicPr>
                <a:picLocks noChangeAspect="1"/>
              </p:cNvPicPr>
              <p:nvPr/>
            </p:nvPicPr>
            <p:blipFill>
              <a:blip r:embed="rId20"/>
              <a:stretch>
                <a:fillRect/>
              </a:stretch>
            </p:blipFill>
            <p:spPr>
              <a:xfrm>
                <a:off x="5941218" y="5882719"/>
                <a:ext cx="493208" cy="75417"/>
              </a:xfrm>
              <a:custGeom>
                <a:avLst/>
                <a:gdLst>
                  <a:gd name="connsiteX0" fmla="*/ 0 w 493208"/>
                  <a:gd name="connsiteY0" fmla="*/ 0 h 75417"/>
                  <a:gd name="connsiteX1" fmla="*/ 493209 w 493208"/>
                  <a:gd name="connsiteY1" fmla="*/ 0 h 75417"/>
                  <a:gd name="connsiteX2" fmla="*/ 493209 w 493208"/>
                  <a:gd name="connsiteY2" fmla="*/ 75418 h 75417"/>
                  <a:gd name="connsiteX3" fmla="*/ 0 w 493208"/>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93208" h="75417">
                    <a:moveTo>
                      <a:pt x="0" y="0"/>
                    </a:moveTo>
                    <a:lnTo>
                      <a:pt x="493209" y="0"/>
                    </a:lnTo>
                    <a:lnTo>
                      <a:pt x="493209" y="75418"/>
                    </a:lnTo>
                    <a:lnTo>
                      <a:pt x="0" y="75418"/>
                    </a:lnTo>
                    <a:close/>
                  </a:path>
                </a:pathLst>
              </a:custGeom>
            </p:spPr>
          </p:pic>
        </p:grpSp>
        <p:grpSp>
          <p:nvGrpSpPr>
            <p:cNvPr id="182" name="Grafik 8">
              <a:extLst>
                <a:ext uri="{FF2B5EF4-FFF2-40B4-BE49-F238E27FC236}">
                  <a16:creationId xmlns:a16="http://schemas.microsoft.com/office/drawing/2014/main" id="{FEFD87BB-A199-4336-0DB1-05D60011F4A1}"/>
                </a:ext>
              </a:extLst>
            </p:cNvPr>
            <p:cNvGrpSpPr/>
            <p:nvPr/>
          </p:nvGrpSpPr>
          <p:grpSpPr>
            <a:xfrm>
              <a:off x="6908481" y="4585054"/>
              <a:ext cx="4112688" cy="452506"/>
              <a:chOff x="6908481" y="4585054"/>
              <a:chExt cx="4112688" cy="452506"/>
            </a:xfrm>
          </p:grpSpPr>
          <p:grpSp>
            <p:nvGrpSpPr>
              <p:cNvPr id="183" name="Grafik 8">
                <a:extLst>
                  <a:ext uri="{FF2B5EF4-FFF2-40B4-BE49-F238E27FC236}">
                    <a16:creationId xmlns:a16="http://schemas.microsoft.com/office/drawing/2014/main" id="{7FC3223E-A14E-A40E-31C2-F7CBABDB44D2}"/>
                  </a:ext>
                </a:extLst>
              </p:cNvPr>
              <p:cNvGrpSpPr/>
              <p:nvPr/>
            </p:nvGrpSpPr>
            <p:grpSpPr>
              <a:xfrm>
                <a:off x="6908481" y="4589843"/>
                <a:ext cx="4112688" cy="447718"/>
                <a:chOff x="6908481" y="4589843"/>
                <a:chExt cx="4112688" cy="447718"/>
              </a:xfrm>
            </p:grpSpPr>
            <p:sp>
              <p:nvSpPr>
                <p:cNvPr id="184" name="Freihandform: Form 183">
                  <a:extLst>
                    <a:ext uri="{FF2B5EF4-FFF2-40B4-BE49-F238E27FC236}">
                      <a16:creationId xmlns:a16="http://schemas.microsoft.com/office/drawing/2014/main" id="{B12E75C4-A829-6929-D33E-9B63D34AF4FC}"/>
                    </a:ext>
                  </a:extLst>
                </p:cNvPr>
                <p:cNvSpPr/>
                <p:nvPr/>
              </p:nvSpPr>
              <p:spPr>
                <a:xfrm>
                  <a:off x="6908481" y="4606602"/>
                  <a:ext cx="4087549" cy="430958"/>
                </a:xfrm>
                <a:custGeom>
                  <a:avLst/>
                  <a:gdLst>
                    <a:gd name="connsiteX0" fmla="*/ 1 w 4087549"/>
                    <a:gd name="connsiteY0" fmla="*/ 430959 h 430958"/>
                    <a:gd name="connsiteX1" fmla="*/ 1 w 4087549"/>
                    <a:gd name="connsiteY1" fmla="*/ 1 h 430958"/>
                    <a:gd name="connsiteX2" fmla="*/ 4087550 w 4087549"/>
                    <a:gd name="connsiteY2" fmla="*/ 1 h 430958"/>
                  </a:gdLst>
                  <a:ahLst/>
                  <a:cxnLst>
                    <a:cxn ang="0">
                      <a:pos x="connsiteX0" y="connsiteY0"/>
                    </a:cxn>
                    <a:cxn ang="0">
                      <a:pos x="connsiteX1" y="connsiteY1"/>
                    </a:cxn>
                    <a:cxn ang="0">
                      <a:pos x="connsiteX2" y="connsiteY2"/>
                    </a:cxn>
                  </a:cxnLst>
                  <a:rect l="l" t="t" r="r" b="b"/>
                  <a:pathLst>
                    <a:path w="4087549" h="430958">
                      <a:moveTo>
                        <a:pt x="1" y="430959"/>
                      </a:moveTo>
                      <a:lnTo>
                        <a:pt x="1" y="1"/>
                      </a:lnTo>
                      <a:lnTo>
                        <a:pt x="4087550" y="1"/>
                      </a:lnTo>
                    </a:path>
                  </a:pathLst>
                </a:custGeom>
                <a:noFill/>
                <a:ln w="4785" cap="flat">
                  <a:solidFill>
                    <a:srgbClr val="000000"/>
                  </a:solidFill>
                  <a:custDash>
                    <a:ds d="75000" sp="300000"/>
                  </a:custDash>
                  <a:miter/>
                </a:ln>
              </p:spPr>
              <p:txBody>
                <a:bodyPr rtlCol="0" anchor="ctr"/>
                <a:lstStyle/>
                <a:p>
                  <a:endParaRPr lang="de-DE"/>
                </a:p>
              </p:txBody>
            </p:sp>
            <p:sp>
              <p:nvSpPr>
                <p:cNvPr id="185" name="Freihandform: Form 184">
                  <a:extLst>
                    <a:ext uri="{FF2B5EF4-FFF2-40B4-BE49-F238E27FC236}">
                      <a16:creationId xmlns:a16="http://schemas.microsoft.com/office/drawing/2014/main" id="{5F19BF86-A76D-7A4C-2463-DFE235347148}"/>
                    </a:ext>
                  </a:extLst>
                </p:cNvPr>
                <p:cNvSpPr/>
                <p:nvPr/>
              </p:nvSpPr>
              <p:spPr>
                <a:xfrm>
                  <a:off x="10987650" y="4589843"/>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6" name="Grafik 185">
                <a:extLst>
                  <a:ext uri="{FF2B5EF4-FFF2-40B4-BE49-F238E27FC236}">
                    <a16:creationId xmlns:a16="http://schemas.microsoft.com/office/drawing/2014/main" id="{1C32327A-78C0-F607-A2CB-9BA4C46B2AEF}"/>
                  </a:ext>
                </a:extLst>
              </p:cNvPr>
              <p:cNvPicPr>
                <a:picLocks noChangeAspect="1"/>
              </p:cNvPicPr>
              <p:nvPr/>
            </p:nvPicPr>
            <p:blipFill>
              <a:blip r:embed="rId5"/>
              <a:stretch>
                <a:fillRect/>
              </a:stretch>
            </p:blipFill>
            <p:spPr>
              <a:xfrm>
                <a:off x="9762386" y="458505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87" name="Grafik 8">
              <a:extLst>
                <a:ext uri="{FF2B5EF4-FFF2-40B4-BE49-F238E27FC236}">
                  <a16:creationId xmlns:a16="http://schemas.microsoft.com/office/drawing/2014/main" id="{24B84100-0091-F6B0-6BA0-984E409929E5}"/>
                </a:ext>
              </a:extLst>
            </p:cNvPr>
            <p:cNvGrpSpPr/>
            <p:nvPr/>
          </p:nvGrpSpPr>
          <p:grpSpPr>
            <a:xfrm>
              <a:off x="6633146" y="5330230"/>
              <a:ext cx="268152" cy="228695"/>
              <a:chOff x="6633146" y="5330230"/>
              <a:chExt cx="268152" cy="228695"/>
            </a:xfrm>
          </p:grpSpPr>
          <p:grpSp>
            <p:nvGrpSpPr>
              <p:cNvPr id="188" name="Grafik 8">
                <a:extLst>
                  <a:ext uri="{FF2B5EF4-FFF2-40B4-BE49-F238E27FC236}">
                    <a16:creationId xmlns:a16="http://schemas.microsoft.com/office/drawing/2014/main" id="{BA360D63-0FD4-EAE6-B939-02D11AEB6D14}"/>
                  </a:ext>
                </a:extLst>
              </p:cNvPr>
              <p:cNvGrpSpPr/>
              <p:nvPr/>
            </p:nvGrpSpPr>
            <p:grpSpPr>
              <a:xfrm>
                <a:off x="6748068" y="5330230"/>
                <a:ext cx="33519" cy="228695"/>
                <a:chOff x="6748068" y="5330230"/>
                <a:chExt cx="33519" cy="228695"/>
              </a:xfrm>
            </p:grpSpPr>
            <p:sp>
              <p:nvSpPr>
                <p:cNvPr id="189" name="Freihandform: Form 188">
                  <a:extLst>
                    <a:ext uri="{FF2B5EF4-FFF2-40B4-BE49-F238E27FC236}">
                      <a16:creationId xmlns:a16="http://schemas.microsoft.com/office/drawing/2014/main" id="{6F7A442D-E0AA-85A8-1F8C-839B9345AF37}"/>
                    </a:ext>
                  </a:extLst>
                </p:cNvPr>
                <p:cNvSpPr/>
                <p:nvPr/>
              </p:nvSpPr>
              <p:spPr>
                <a:xfrm>
                  <a:off x="6764828" y="5355369"/>
                  <a:ext cx="4788" cy="178417"/>
                </a:xfrm>
                <a:custGeom>
                  <a:avLst/>
                  <a:gdLst>
                    <a:gd name="connsiteX0" fmla="*/ 1 w 4788"/>
                    <a:gd name="connsiteY0" fmla="*/ 1 h 178417"/>
                    <a:gd name="connsiteX1" fmla="*/ 1 w 4788"/>
                    <a:gd name="connsiteY1" fmla="*/ 178418 h 178417"/>
                  </a:gdLst>
                  <a:ahLst/>
                  <a:cxnLst>
                    <a:cxn ang="0">
                      <a:pos x="connsiteX0" y="connsiteY0"/>
                    </a:cxn>
                    <a:cxn ang="0">
                      <a:pos x="connsiteX1" y="connsiteY1"/>
                    </a:cxn>
                  </a:cxnLst>
                  <a:rect l="l" t="t" r="r" b="b"/>
                  <a:pathLst>
                    <a:path w="4788" h="178417">
                      <a:moveTo>
                        <a:pt x="1" y="1"/>
                      </a:moveTo>
                      <a:lnTo>
                        <a:pt x="1" y="178418"/>
                      </a:lnTo>
                    </a:path>
                  </a:pathLst>
                </a:custGeom>
                <a:noFill/>
                <a:ln w="4785" cap="flat">
                  <a:solidFill>
                    <a:srgbClr val="000000"/>
                  </a:solid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98DCCE77-04C9-9867-8ADB-7EBA666F92AB}"/>
                    </a:ext>
                  </a:extLst>
                </p:cNvPr>
                <p:cNvSpPr/>
                <p:nvPr/>
              </p:nvSpPr>
              <p:spPr>
                <a:xfrm>
                  <a:off x="6748068"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91" name="Freihandform: Form 190">
                  <a:extLst>
                    <a:ext uri="{FF2B5EF4-FFF2-40B4-BE49-F238E27FC236}">
                      <a16:creationId xmlns:a16="http://schemas.microsoft.com/office/drawing/2014/main" id="{E69B6434-4132-31EC-F1AF-B0D49270ECEC}"/>
                    </a:ext>
                  </a:extLst>
                </p:cNvPr>
                <p:cNvSpPr/>
                <p:nvPr/>
              </p:nvSpPr>
              <p:spPr>
                <a:xfrm>
                  <a:off x="6748068" y="5525406"/>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92" name="Grafik 191">
                <a:extLst>
                  <a:ext uri="{FF2B5EF4-FFF2-40B4-BE49-F238E27FC236}">
                    <a16:creationId xmlns:a16="http://schemas.microsoft.com/office/drawing/2014/main" id="{B06E8BDA-967F-49BF-06F9-BA3EAA687975}"/>
                  </a:ext>
                </a:extLst>
              </p:cNvPr>
              <p:cNvPicPr>
                <a:picLocks noChangeAspect="1"/>
              </p:cNvPicPr>
              <p:nvPr/>
            </p:nvPicPr>
            <p:blipFill>
              <a:blip r:embed="rId6"/>
              <a:stretch>
                <a:fillRect/>
              </a:stretch>
            </p:blipFill>
            <p:spPr>
              <a:xfrm>
                <a:off x="6633146" y="5396693"/>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93" name="Grafik 8">
              <a:extLst>
                <a:ext uri="{FF2B5EF4-FFF2-40B4-BE49-F238E27FC236}">
                  <a16:creationId xmlns:a16="http://schemas.microsoft.com/office/drawing/2014/main" id="{3BEAA440-C719-4AA8-9903-7149C1A9F58A}"/>
                </a:ext>
              </a:extLst>
            </p:cNvPr>
            <p:cNvGrpSpPr/>
            <p:nvPr/>
          </p:nvGrpSpPr>
          <p:grpSpPr>
            <a:xfrm>
              <a:off x="6477522" y="5037561"/>
              <a:ext cx="574611" cy="287305"/>
              <a:chOff x="6477522" y="5037561"/>
              <a:chExt cx="574611" cy="287305"/>
            </a:xfrm>
            <a:solidFill>
              <a:srgbClr val="FFFFFF"/>
            </a:solidFill>
          </p:grpSpPr>
          <p:sp>
            <p:nvSpPr>
              <p:cNvPr id="194" name="Freihandform: Form 193">
                <a:extLst>
                  <a:ext uri="{FF2B5EF4-FFF2-40B4-BE49-F238E27FC236}">
                    <a16:creationId xmlns:a16="http://schemas.microsoft.com/office/drawing/2014/main" id="{8D670272-5A3E-0F70-DF69-324C4685E69F}"/>
                  </a:ext>
                </a:extLst>
              </p:cNvPr>
              <p:cNvSpPr/>
              <p:nvPr/>
            </p:nvSpPr>
            <p:spPr>
              <a:xfrm>
                <a:off x="6477522"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95" name="Grafik 194">
                <a:extLst>
                  <a:ext uri="{FF2B5EF4-FFF2-40B4-BE49-F238E27FC236}">
                    <a16:creationId xmlns:a16="http://schemas.microsoft.com/office/drawing/2014/main" id="{5A11B26D-0C5A-9B5E-F203-58510B55158C}"/>
                  </a:ext>
                </a:extLst>
              </p:cNvPr>
              <p:cNvPicPr>
                <a:picLocks noChangeAspect="1"/>
              </p:cNvPicPr>
              <p:nvPr/>
            </p:nvPicPr>
            <p:blipFill>
              <a:blip r:embed="rId21"/>
              <a:stretch>
                <a:fillRect/>
              </a:stretch>
            </p:blipFill>
            <p:spPr>
              <a:xfrm>
                <a:off x="6479916"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96" name="Grafik 8">
              <a:extLst>
                <a:ext uri="{FF2B5EF4-FFF2-40B4-BE49-F238E27FC236}">
                  <a16:creationId xmlns:a16="http://schemas.microsoft.com/office/drawing/2014/main" id="{D0B4E96A-B00D-2A55-1AF1-CDF034E187CE}"/>
                </a:ext>
              </a:extLst>
            </p:cNvPr>
            <p:cNvGrpSpPr/>
            <p:nvPr/>
          </p:nvGrpSpPr>
          <p:grpSpPr>
            <a:xfrm>
              <a:off x="6748068" y="4288171"/>
              <a:ext cx="1094156" cy="744026"/>
              <a:chOff x="6748068" y="4288171"/>
              <a:chExt cx="1094156" cy="744026"/>
            </a:xfrm>
          </p:grpSpPr>
          <p:grpSp>
            <p:nvGrpSpPr>
              <p:cNvPr id="197" name="Grafik 8">
                <a:extLst>
                  <a:ext uri="{FF2B5EF4-FFF2-40B4-BE49-F238E27FC236}">
                    <a16:creationId xmlns:a16="http://schemas.microsoft.com/office/drawing/2014/main" id="{FAD667E0-8041-4EC3-733F-A8C9CE2AD60B}"/>
                  </a:ext>
                </a:extLst>
              </p:cNvPr>
              <p:cNvGrpSpPr/>
              <p:nvPr/>
            </p:nvGrpSpPr>
            <p:grpSpPr>
              <a:xfrm>
                <a:off x="6748068" y="4319296"/>
                <a:ext cx="1094156" cy="712901"/>
                <a:chOff x="6748068" y="4319296"/>
                <a:chExt cx="1094156" cy="712901"/>
              </a:xfrm>
            </p:grpSpPr>
            <p:sp>
              <p:nvSpPr>
                <p:cNvPr id="198" name="Freihandform: Form 197">
                  <a:extLst>
                    <a:ext uri="{FF2B5EF4-FFF2-40B4-BE49-F238E27FC236}">
                      <a16:creationId xmlns:a16="http://schemas.microsoft.com/office/drawing/2014/main" id="{6038BE1B-3DDF-E295-6179-81754F54FAF2}"/>
                    </a:ext>
                  </a:extLst>
                </p:cNvPr>
                <p:cNvSpPr/>
                <p:nvPr/>
              </p:nvSpPr>
              <p:spPr>
                <a:xfrm>
                  <a:off x="6764828" y="4319296"/>
                  <a:ext cx="1077397" cy="687762"/>
                </a:xfrm>
                <a:custGeom>
                  <a:avLst/>
                  <a:gdLst>
                    <a:gd name="connsiteX0" fmla="*/ 1077398 w 1077397"/>
                    <a:gd name="connsiteY0" fmla="*/ 1 h 687762"/>
                    <a:gd name="connsiteX1" fmla="*/ 1 w 1077397"/>
                    <a:gd name="connsiteY1" fmla="*/ 1 h 687762"/>
                    <a:gd name="connsiteX2" fmla="*/ 1 w 1077397"/>
                    <a:gd name="connsiteY2" fmla="*/ 687763 h 687762"/>
                  </a:gdLst>
                  <a:ahLst/>
                  <a:cxnLst>
                    <a:cxn ang="0">
                      <a:pos x="connsiteX0" y="connsiteY0"/>
                    </a:cxn>
                    <a:cxn ang="0">
                      <a:pos x="connsiteX1" y="connsiteY1"/>
                    </a:cxn>
                    <a:cxn ang="0">
                      <a:pos x="connsiteX2" y="connsiteY2"/>
                    </a:cxn>
                  </a:cxnLst>
                  <a:rect l="l" t="t" r="r" b="b"/>
                  <a:pathLst>
                    <a:path w="1077397" h="687762">
                      <a:moveTo>
                        <a:pt x="1077398" y="1"/>
                      </a:moveTo>
                      <a:lnTo>
                        <a:pt x="1" y="1"/>
                      </a:lnTo>
                      <a:lnTo>
                        <a:pt x="1" y="687763"/>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99" name="Freihandform: Form 198">
                  <a:extLst>
                    <a:ext uri="{FF2B5EF4-FFF2-40B4-BE49-F238E27FC236}">
                      <a16:creationId xmlns:a16="http://schemas.microsoft.com/office/drawing/2014/main" id="{5A02956C-09AC-799D-E760-777E8CC70E18}"/>
                    </a:ext>
                  </a:extLst>
                </p:cNvPr>
                <p:cNvSpPr/>
                <p:nvPr/>
              </p:nvSpPr>
              <p:spPr>
                <a:xfrm>
                  <a:off x="6748068" y="499867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00" name="Grafik 199">
                <a:extLst>
                  <a:ext uri="{FF2B5EF4-FFF2-40B4-BE49-F238E27FC236}">
                    <a16:creationId xmlns:a16="http://schemas.microsoft.com/office/drawing/2014/main" id="{83EBA9DC-11F2-D255-AA12-2996E0FA1D01}"/>
                  </a:ext>
                </a:extLst>
              </p:cNvPr>
              <p:cNvPicPr>
                <a:picLocks noChangeAspect="1"/>
              </p:cNvPicPr>
              <p:nvPr/>
            </p:nvPicPr>
            <p:blipFill>
              <a:blip r:embed="rId3"/>
              <a:stretch>
                <a:fillRect/>
              </a:stretch>
            </p:blipFill>
            <p:spPr>
              <a:xfrm>
                <a:off x="7109595" y="4288171"/>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201" name="Grafik 8">
              <a:extLst>
                <a:ext uri="{FF2B5EF4-FFF2-40B4-BE49-F238E27FC236}">
                  <a16:creationId xmlns:a16="http://schemas.microsoft.com/office/drawing/2014/main" id="{D37C4104-CEAC-190C-8CCC-5ABB3F29DC36}"/>
                </a:ext>
              </a:extLst>
            </p:cNvPr>
            <p:cNvGrpSpPr/>
            <p:nvPr/>
          </p:nvGrpSpPr>
          <p:grpSpPr>
            <a:xfrm>
              <a:off x="4969166" y="4865177"/>
              <a:ext cx="311248" cy="143652"/>
              <a:chOff x="4969166" y="4865177"/>
              <a:chExt cx="311248" cy="143652"/>
            </a:xfrm>
            <a:noFill/>
          </p:grpSpPr>
          <p:sp>
            <p:nvSpPr>
              <p:cNvPr id="202" name="Freihandform: Form 201">
                <a:extLst>
                  <a:ext uri="{FF2B5EF4-FFF2-40B4-BE49-F238E27FC236}">
                    <a16:creationId xmlns:a16="http://schemas.microsoft.com/office/drawing/2014/main" id="{705F46CD-C148-ADFC-8F36-6BE5A427F5F9}"/>
                  </a:ext>
                </a:extLst>
              </p:cNvPr>
              <p:cNvSpPr/>
              <p:nvPr/>
            </p:nvSpPr>
            <p:spPr>
              <a:xfrm>
                <a:off x="4969166" y="4865177"/>
                <a:ext cx="311248" cy="143652"/>
              </a:xfrm>
              <a:custGeom>
                <a:avLst/>
                <a:gdLst>
                  <a:gd name="connsiteX0" fmla="*/ 1 w 311248"/>
                  <a:gd name="connsiteY0" fmla="*/ 1 h 143652"/>
                  <a:gd name="connsiteX1" fmla="*/ 311249 w 311248"/>
                  <a:gd name="connsiteY1" fmla="*/ 1 h 143652"/>
                  <a:gd name="connsiteX2" fmla="*/ 311249 w 311248"/>
                  <a:gd name="connsiteY2" fmla="*/ 143653 h 143652"/>
                  <a:gd name="connsiteX3" fmla="*/ 1 w 311248"/>
                  <a:gd name="connsiteY3" fmla="*/ 143653 h 143652"/>
                </a:gdLst>
                <a:ahLst/>
                <a:cxnLst>
                  <a:cxn ang="0">
                    <a:pos x="connsiteX0" y="connsiteY0"/>
                  </a:cxn>
                  <a:cxn ang="0">
                    <a:pos x="connsiteX1" y="connsiteY1"/>
                  </a:cxn>
                  <a:cxn ang="0">
                    <a:pos x="connsiteX2" y="connsiteY2"/>
                  </a:cxn>
                  <a:cxn ang="0">
                    <a:pos x="connsiteX3" y="connsiteY3"/>
                  </a:cxn>
                </a:cxnLst>
                <a:rect l="l" t="t" r="r" b="b"/>
                <a:pathLst>
                  <a:path w="311248" h="143652">
                    <a:moveTo>
                      <a:pt x="1" y="1"/>
                    </a:moveTo>
                    <a:lnTo>
                      <a:pt x="311249" y="1"/>
                    </a:lnTo>
                    <a:lnTo>
                      <a:pt x="311249" y="143653"/>
                    </a:lnTo>
                    <a:lnTo>
                      <a:pt x="1" y="143653"/>
                    </a:lnTo>
                    <a:close/>
                  </a:path>
                </a:pathLst>
              </a:custGeom>
              <a:noFill/>
              <a:ln w="4785" cap="flat">
                <a:noFill/>
                <a:prstDash val="solid"/>
                <a:miter/>
              </a:ln>
            </p:spPr>
            <p:txBody>
              <a:bodyPr rtlCol="0" anchor="ctr"/>
              <a:lstStyle/>
              <a:p>
                <a:endParaRPr lang="de-DE"/>
              </a:p>
            </p:txBody>
          </p:sp>
          <p:pic>
            <p:nvPicPr>
              <p:cNvPr id="203" name="Grafik 202">
                <a:extLst>
                  <a:ext uri="{FF2B5EF4-FFF2-40B4-BE49-F238E27FC236}">
                    <a16:creationId xmlns:a16="http://schemas.microsoft.com/office/drawing/2014/main" id="{2B3987FC-7373-4528-E5E2-BD7749ECA594}"/>
                  </a:ext>
                </a:extLst>
              </p:cNvPr>
              <p:cNvPicPr>
                <a:picLocks noChangeAspect="1"/>
              </p:cNvPicPr>
              <p:nvPr/>
            </p:nvPicPr>
            <p:blipFill>
              <a:blip r:embed="rId22"/>
              <a:stretch>
                <a:fillRect/>
              </a:stretch>
            </p:blipFill>
            <p:spPr>
              <a:xfrm>
                <a:off x="4971560" y="4903485"/>
                <a:ext cx="301671" cy="81403"/>
              </a:xfrm>
              <a:custGeom>
                <a:avLst/>
                <a:gdLst>
                  <a:gd name="connsiteX0" fmla="*/ 0 w 301671"/>
                  <a:gd name="connsiteY0" fmla="*/ 0 h 81403"/>
                  <a:gd name="connsiteX1" fmla="*/ 301671 w 301671"/>
                  <a:gd name="connsiteY1" fmla="*/ 0 h 81403"/>
                  <a:gd name="connsiteX2" fmla="*/ 301671 w 301671"/>
                  <a:gd name="connsiteY2" fmla="*/ 81403 h 81403"/>
                  <a:gd name="connsiteX3" fmla="*/ 0 w 301671"/>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01671" h="81403">
                    <a:moveTo>
                      <a:pt x="0" y="0"/>
                    </a:moveTo>
                    <a:lnTo>
                      <a:pt x="301671" y="0"/>
                    </a:lnTo>
                    <a:lnTo>
                      <a:pt x="301671" y="81403"/>
                    </a:lnTo>
                    <a:lnTo>
                      <a:pt x="0" y="81403"/>
                    </a:lnTo>
                    <a:close/>
                  </a:path>
                </a:pathLst>
              </a:custGeom>
            </p:spPr>
          </p:pic>
        </p:grpSp>
        <p:grpSp>
          <p:nvGrpSpPr>
            <p:cNvPr id="204" name="Grafik 8">
              <a:extLst>
                <a:ext uri="{FF2B5EF4-FFF2-40B4-BE49-F238E27FC236}">
                  <a16:creationId xmlns:a16="http://schemas.microsoft.com/office/drawing/2014/main" id="{ED109FB0-FD25-8339-E4E5-02DC3FD3ABB5}"/>
                </a:ext>
              </a:extLst>
            </p:cNvPr>
            <p:cNvGrpSpPr/>
            <p:nvPr/>
          </p:nvGrpSpPr>
          <p:grpSpPr>
            <a:xfrm>
              <a:off x="10068846" y="6043132"/>
              <a:ext cx="574611" cy="287305"/>
              <a:chOff x="10068846" y="6043132"/>
              <a:chExt cx="574611" cy="287305"/>
            </a:xfrm>
            <a:solidFill>
              <a:srgbClr val="FFFFFF"/>
            </a:solidFill>
          </p:grpSpPr>
          <p:sp>
            <p:nvSpPr>
              <p:cNvPr id="205" name="Freihandform: Form 204">
                <a:extLst>
                  <a:ext uri="{FF2B5EF4-FFF2-40B4-BE49-F238E27FC236}">
                    <a16:creationId xmlns:a16="http://schemas.microsoft.com/office/drawing/2014/main" id="{054F6195-8322-475E-0193-D970FCEC9681}"/>
                  </a:ext>
                </a:extLst>
              </p:cNvPr>
              <p:cNvSpPr/>
              <p:nvPr/>
            </p:nvSpPr>
            <p:spPr>
              <a:xfrm>
                <a:off x="10068846" y="6043132"/>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06" name="Grafik 205">
                <a:extLst>
                  <a:ext uri="{FF2B5EF4-FFF2-40B4-BE49-F238E27FC236}">
                    <a16:creationId xmlns:a16="http://schemas.microsoft.com/office/drawing/2014/main" id="{7E67CFFD-F8DE-896C-FDA7-8A451C27839C}"/>
                  </a:ext>
                </a:extLst>
              </p:cNvPr>
              <p:cNvPicPr>
                <a:picLocks noChangeAspect="1"/>
              </p:cNvPicPr>
              <p:nvPr/>
            </p:nvPicPr>
            <p:blipFill>
              <a:blip r:embed="rId23"/>
              <a:stretch>
                <a:fillRect/>
              </a:stretch>
            </p:blipFill>
            <p:spPr>
              <a:xfrm>
                <a:off x="10071240" y="6153266"/>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07" name="Grafik 8">
              <a:extLst>
                <a:ext uri="{FF2B5EF4-FFF2-40B4-BE49-F238E27FC236}">
                  <a16:creationId xmlns:a16="http://schemas.microsoft.com/office/drawing/2014/main" id="{098DCA0C-45CD-5B25-AEBA-B20F3F6EF769}"/>
                </a:ext>
              </a:extLst>
            </p:cNvPr>
            <p:cNvGrpSpPr/>
            <p:nvPr/>
          </p:nvGrpSpPr>
          <p:grpSpPr>
            <a:xfrm>
              <a:off x="5136761" y="5588231"/>
              <a:ext cx="287305" cy="383074"/>
              <a:chOff x="5136761" y="5588231"/>
              <a:chExt cx="287305" cy="383074"/>
            </a:xfrm>
          </p:grpSpPr>
          <p:grpSp>
            <p:nvGrpSpPr>
              <p:cNvPr id="208" name="Grafik 8">
                <a:extLst>
                  <a:ext uri="{FF2B5EF4-FFF2-40B4-BE49-F238E27FC236}">
                    <a16:creationId xmlns:a16="http://schemas.microsoft.com/office/drawing/2014/main" id="{E81F9FED-8DEC-FED9-EB8F-F412C38F21E7}"/>
                  </a:ext>
                </a:extLst>
              </p:cNvPr>
              <p:cNvGrpSpPr/>
              <p:nvPr/>
            </p:nvGrpSpPr>
            <p:grpSpPr>
              <a:xfrm>
                <a:off x="5136761" y="5588231"/>
                <a:ext cx="287305" cy="383074"/>
                <a:chOff x="5136761" y="5588231"/>
                <a:chExt cx="287305" cy="383074"/>
              </a:xfrm>
            </p:grpSpPr>
            <p:sp>
              <p:nvSpPr>
                <p:cNvPr id="209" name="Freihandform: Form 208">
                  <a:extLst>
                    <a:ext uri="{FF2B5EF4-FFF2-40B4-BE49-F238E27FC236}">
                      <a16:creationId xmlns:a16="http://schemas.microsoft.com/office/drawing/2014/main" id="{5DA1D7E3-2950-77B6-8BAE-2B3680149FEA}"/>
                    </a:ext>
                  </a:extLst>
                </p:cNvPr>
                <p:cNvSpPr/>
                <p:nvPr/>
              </p:nvSpPr>
              <p:spPr>
                <a:xfrm>
                  <a:off x="5136761"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10" name="Freihandform: Form 209">
                  <a:extLst>
                    <a:ext uri="{FF2B5EF4-FFF2-40B4-BE49-F238E27FC236}">
                      <a16:creationId xmlns:a16="http://schemas.microsoft.com/office/drawing/2014/main" id="{44BA8643-33F6-A53E-B4F5-7D09E10213F9}"/>
                    </a:ext>
                  </a:extLst>
                </p:cNvPr>
                <p:cNvSpPr/>
                <p:nvPr/>
              </p:nvSpPr>
              <p:spPr>
                <a:xfrm>
                  <a:off x="5136761"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11" name="Grafik 210">
                <a:extLst>
                  <a:ext uri="{FF2B5EF4-FFF2-40B4-BE49-F238E27FC236}">
                    <a16:creationId xmlns:a16="http://schemas.microsoft.com/office/drawing/2014/main" id="{1D762871-6908-9C9A-1A91-5C38A250543F}"/>
                  </a:ext>
                </a:extLst>
              </p:cNvPr>
              <p:cNvPicPr>
                <a:picLocks noChangeAspect="1"/>
              </p:cNvPicPr>
              <p:nvPr/>
            </p:nvPicPr>
            <p:blipFill>
              <a:blip r:embed="rId24"/>
              <a:stretch>
                <a:fillRect/>
              </a:stretch>
            </p:blipFill>
            <p:spPr>
              <a:xfrm>
                <a:off x="5139155" y="5739066"/>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212" name="Grafik 8">
              <a:extLst>
                <a:ext uri="{FF2B5EF4-FFF2-40B4-BE49-F238E27FC236}">
                  <a16:creationId xmlns:a16="http://schemas.microsoft.com/office/drawing/2014/main" id="{DF74B541-CB42-BF14-322A-C6731AAB3DA3}"/>
                </a:ext>
              </a:extLst>
            </p:cNvPr>
            <p:cNvGrpSpPr/>
            <p:nvPr/>
          </p:nvGrpSpPr>
          <p:grpSpPr>
            <a:xfrm>
              <a:off x="6621175" y="5564288"/>
              <a:ext cx="287305" cy="383074"/>
              <a:chOff x="6621175" y="5564288"/>
              <a:chExt cx="287305" cy="383074"/>
            </a:xfrm>
          </p:grpSpPr>
          <p:grpSp>
            <p:nvGrpSpPr>
              <p:cNvPr id="213" name="Grafik 8">
                <a:extLst>
                  <a:ext uri="{FF2B5EF4-FFF2-40B4-BE49-F238E27FC236}">
                    <a16:creationId xmlns:a16="http://schemas.microsoft.com/office/drawing/2014/main" id="{110795B0-1653-2564-4965-247E5FE328AA}"/>
                  </a:ext>
                </a:extLst>
              </p:cNvPr>
              <p:cNvGrpSpPr/>
              <p:nvPr/>
            </p:nvGrpSpPr>
            <p:grpSpPr>
              <a:xfrm>
                <a:off x="6621175" y="5564288"/>
                <a:ext cx="287305" cy="383074"/>
                <a:chOff x="6621175" y="5564288"/>
                <a:chExt cx="287305" cy="383074"/>
              </a:xfrm>
            </p:grpSpPr>
            <p:sp>
              <p:nvSpPr>
                <p:cNvPr id="214" name="Freihandform: Form 213">
                  <a:extLst>
                    <a:ext uri="{FF2B5EF4-FFF2-40B4-BE49-F238E27FC236}">
                      <a16:creationId xmlns:a16="http://schemas.microsoft.com/office/drawing/2014/main" id="{85EC335E-0B37-08D5-2111-567CF1BDD635}"/>
                    </a:ext>
                  </a:extLst>
                </p:cNvPr>
                <p:cNvSpPr/>
                <p:nvPr/>
              </p:nvSpPr>
              <p:spPr>
                <a:xfrm>
                  <a:off x="6621175" y="5564288"/>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15" name="Freihandform: Form 214">
                  <a:extLst>
                    <a:ext uri="{FF2B5EF4-FFF2-40B4-BE49-F238E27FC236}">
                      <a16:creationId xmlns:a16="http://schemas.microsoft.com/office/drawing/2014/main" id="{367E5D05-F77C-A4F1-B18A-D311FBEA8CE9}"/>
                    </a:ext>
                  </a:extLst>
                </p:cNvPr>
                <p:cNvSpPr/>
                <p:nvPr/>
              </p:nvSpPr>
              <p:spPr>
                <a:xfrm>
                  <a:off x="6621175" y="563611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16" name="Grafik 215">
                <a:extLst>
                  <a:ext uri="{FF2B5EF4-FFF2-40B4-BE49-F238E27FC236}">
                    <a16:creationId xmlns:a16="http://schemas.microsoft.com/office/drawing/2014/main" id="{5B26B662-C59F-2B72-DB59-E5CA03826BBF}"/>
                  </a:ext>
                </a:extLst>
              </p:cNvPr>
              <p:cNvPicPr>
                <a:picLocks noChangeAspect="1"/>
              </p:cNvPicPr>
              <p:nvPr/>
            </p:nvPicPr>
            <p:blipFill>
              <a:blip r:embed="rId25"/>
              <a:stretch>
                <a:fillRect/>
              </a:stretch>
            </p:blipFill>
            <p:spPr>
              <a:xfrm>
                <a:off x="6623569" y="5784556"/>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217" name="Grafik 8">
              <a:extLst>
                <a:ext uri="{FF2B5EF4-FFF2-40B4-BE49-F238E27FC236}">
                  <a16:creationId xmlns:a16="http://schemas.microsoft.com/office/drawing/2014/main" id="{BD03E3DE-E1E4-99AA-30C0-2DAEADDB1AAE}"/>
                </a:ext>
              </a:extLst>
            </p:cNvPr>
            <p:cNvGrpSpPr/>
            <p:nvPr/>
          </p:nvGrpSpPr>
          <p:grpSpPr>
            <a:xfrm>
              <a:off x="7770399" y="5516404"/>
              <a:ext cx="287305" cy="383074"/>
              <a:chOff x="7770399" y="5516404"/>
              <a:chExt cx="287305" cy="383074"/>
            </a:xfrm>
          </p:grpSpPr>
          <p:grpSp>
            <p:nvGrpSpPr>
              <p:cNvPr id="218" name="Grafik 8">
                <a:extLst>
                  <a:ext uri="{FF2B5EF4-FFF2-40B4-BE49-F238E27FC236}">
                    <a16:creationId xmlns:a16="http://schemas.microsoft.com/office/drawing/2014/main" id="{F15033AC-4062-00D6-77FD-6F230E4018FA}"/>
                  </a:ext>
                </a:extLst>
              </p:cNvPr>
              <p:cNvGrpSpPr/>
              <p:nvPr/>
            </p:nvGrpSpPr>
            <p:grpSpPr>
              <a:xfrm>
                <a:off x="7770399" y="5516404"/>
                <a:ext cx="287305" cy="383074"/>
                <a:chOff x="7770399" y="5516404"/>
                <a:chExt cx="287305" cy="383074"/>
              </a:xfrm>
            </p:grpSpPr>
            <p:sp>
              <p:nvSpPr>
                <p:cNvPr id="219" name="Freihandform: Form 218">
                  <a:extLst>
                    <a:ext uri="{FF2B5EF4-FFF2-40B4-BE49-F238E27FC236}">
                      <a16:creationId xmlns:a16="http://schemas.microsoft.com/office/drawing/2014/main" id="{8AF9ED31-7609-A16C-6E59-AA0EE06153D6}"/>
                    </a:ext>
                  </a:extLst>
                </p:cNvPr>
                <p:cNvSpPr/>
                <p:nvPr/>
              </p:nvSpPr>
              <p:spPr>
                <a:xfrm>
                  <a:off x="7770399"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20" name="Freihandform: Form 219">
                  <a:extLst>
                    <a:ext uri="{FF2B5EF4-FFF2-40B4-BE49-F238E27FC236}">
                      <a16:creationId xmlns:a16="http://schemas.microsoft.com/office/drawing/2014/main" id="{22303FFC-FB82-01CF-9BFD-AADFE02EDEC2}"/>
                    </a:ext>
                  </a:extLst>
                </p:cNvPr>
                <p:cNvSpPr/>
                <p:nvPr/>
              </p:nvSpPr>
              <p:spPr>
                <a:xfrm>
                  <a:off x="7770399"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21" name="Grafik 220">
                <a:extLst>
                  <a:ext uri="{FF2B5EF4-FFF2-40B4-BE49-F238E27FC236}">
                    <a16:creationId xmlns:a16="http://schemas.microsoft.com/office/drawing/2014/main" id="{5A94279D-1090-2B62-2D54-92051E043693}"/>
                  </a:ext>
                </a:extLst>
              </p:cNvPr>
              <p:cNvPicPr>
                <a:picLocks noChangeAspect="1"/>
              </p:cNvPicPr>
              <p:nvPr/>
            </p:nvPicPr>
            <p:blipFill>
              <a:blip r:embed="rId26"/>
              <a:stretch>
                <a:fillRect/>
              </a:stretch>
            </p:blipFill>
            <p:spPr>
              <a:xfrm>
                <a:off x="7772793" y="5736672"/>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222" name="Grafik 8">
              <a:extLst>
                <a:ext uri="{FF2B5EF4-FFF2-40B4-BE49-F238E27FC236}">
                  <a16:creationId xmlns:a16="http://schemas.microsoft.com/office/drawing/2014/main" id="{F269EB3F-483C-802A-9038-59E2A08630B4}"/>
                </a:ext>
              </a:extLst>
            </p:cNvPr>
            <p:cNvGrpSpPr/>
            <p:nvPr/>
          </p:nvGrpSpPr>
          <p:grpSpPr>
            <a:xfrm>
              <a:off x="9494234" y="5588231"/>
              <a:ext cx="287305" cy="383074"/>
              <a:chOff x="9494234" y="5588231"/>
              <a:chExt cx="287305" cy="383074"/>
            </a:xfrm>
          </p:grpSpPr>
          <p:grpSp>
            <p:nvGrpSpPr>
              <p:cNvPr id="223" name="Grafik 8">
                <a:extLst>
                  <a:ext uri="{FF2B5EF4-FFF2-40B4-BE49-F238E27FC236}">
                    <a16:creationId xmlns:a16="http://schemas.microsoft.com/office/drawing/2014/main" id="{7946D9DF-B76B-DD2D-BB37-A3C44797BD91}"/>
                  </a:ext>
                </a:extLst>
              </p:cNvPr>
              <p:cNvGrpSpPr/>
              <p:nvPr/>
            </p:nvGrpSpPr>
            <p:grpSpPr>
              <a:xfrm>
                <a:off x="9494234" y="5588231"/>
                <a:ext cx="287305" cy="383074"/>
                <a:chOff x="9494234" y="5588231"/>
                <a:chExt cx="287305" cy="383074"/>
              </a:xfrm>
            </p:grpSpPr>
            <p:sp>
              <p:nvSpPr>
                <p:cNvPr id="224" name="Freihandform: Form 223">
                  <a:extLst>
                    <a:ext uri="{FF2B5EF4-FFF2-40B4-BE49-F238E27FC236}">
                      <a16:creationId xmlns:a16="http://schemas.microsoft.com/office/drawing/2014/main" id="{FBFFF254-BE9F-E505-0CF2-E7C8DD49A0A3}"/>
                    </a:ext>
                  </a:extLst>
                </p:cNvPr>
                <p:cNvSpPr/>
                <p:nvPr/>
              </p:nvSpPr>
              <p:spPr>
                <a:xfrm>
                  <a:off x="9494234"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25" name="Freihandform: Form 224">
                  <a:extLst>
                    <a:ext uri="{FF2B5EF4-FFF2-40B4-BE49-F238E27FC236}">
                      <a16:creationId xmlns:a16="http://schemas.microsoft.com/office/drawing/2014/main" id="{3766DC4D-99E5-3A26-4448-F612AB274C17}"/>
                    </a:ext>
                  </a:extLst>
                </p:cNvPr>
                <p:cNvSpPr/>
                <p:nvPr/>
              </p:nvSpPr>
              <p:spPr>
                <a:xfrm>
                  <a:off x="9494234"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26" name="Grafik 225">
                <a:extLst>
                  <a:ext uri="{FF2B5EF4-FFF2-40B4-BE49-F238E27FC236}">
                    <a16:creationId xmlns:a16="http://schemas.microsoft.com/office/drawing/2014/main" id="{0351BCF0-7421-69AB-8BCB-C5F03E63DC65}"/>
                  </a:ext>
                </a:extLst>
              </p:cNvPr>
              <p:cNvPicPr>
                <a:picLocks noChangeAspect="1"/>
              </p:cNvPicPr>
              <p:nvPr/>
            </p:nvPicPr>
            <p:blipFill>
              <a:blip r:embed="rId27"/>
              <a:stretch>
                <a:fillRect/>
              </a:stretch>
            </p:blipFill>
            <p:spPr>
              <a:xfrm>
                <a:off x="9496628" y="5772585"/>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227" name="Grafik 8">
              <a:extLst>
                <a:ext uri="{FF2B5EF4-FFF2-40B4-BE49-F238E27FC236}">
                  <a16:creationId xmlns:a16="http://schemas.microsoft.com/office/drawing/2014/main" id="{DD379736-C119-EBDF-7D8A-2FE82259A72C}"/>
                </a:ext>
              </a:extLst>
            </p:cNvPr>
            <p:cNvGrpSpPr/>
            <p:nvPr/>
          </p:nvGrpSpPr>
          <p:grpSpPr>
            <a:xfrm>
              <a:off x="8201357" y="5516404"/>
              <a:ext cx="287305" cy="383074"/>
              <a:chOff x="8201357" y="5516404"/>
              <a:chExt cx="287305" cy="383074"/>
            </a:xfrm>
          </p:grpSpPr>
          <p:grpSp>
            <p:nvGrpSpPr>
              <p:cNvPr id="228" name="Grafik 8">
                <a:extLst>
                  <a:ext uri="{FF2B5EF4-FFF2-40B4-BE49-F238E27FC236}">
                    <a16:creationId xmlns:a16="http://schemas.microsoft.com/office/drawing/2014/main" id="{4C615DAB-8652-0619-E039-78707729EED8}"/>
                  </a:ext>
                </a:extLst>
              </p:cNvPr>
              <p:cNvGrpSpPr/>
              <p:nvPr/>
            </p:nvGrpSpPr>
            <p:grpSpPr>
              <a:xfrm>
                <a:off x="8201357" y="5516404"/>
                <a:ext cx="287305" cy="383074"/>
                <a:chOff x="8201357" y="5516404"/>
                <a:chExt cx="287305" cy="383074"/>
              </a:xfrm>
            </p:grpSpPr>
            <p:sp>
              <p:nvSpPr>
                <p:cNvPr id="229" name="Freihandform: Form 228">
                  <a:extLst>
                    <a:ext uri="{FF2B5EF4-FFF2-40B4-BE49-F238E27FC236}">
                      <a16:creationId xmlns:a16="http://schemas.microsoft.com/office/drawing/2014/main" id="{0785BFA1-B333-BF02-4BA5-55C566B10FBB}"/>
                    </a:ext>
                  </a:extLst>
                </p:cNvPr>
                <p:cNvSpPr/>
                <p:nvPr/>
              </p:nvSpPr>
              <p:spPr>
                <a:xfrm>
                  <a:off x="8201357"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30" name="Freihandform: Form 229">
                  <a:extLst>
                    <a:ext uri="{FF2B5EF4-FFF2-40B4-BE49-F238E27FC236}">
                      <a16:creationId xmlns:a16="http://schemas.microsoft.com/office/drawing/2014/main" id="{A4E1EF3B-252F-6C57-2AAE-6336A34152C3}"/>
                    </a:ext>
                  </a:extLst>
                </p:cNvPr>
                <p:cNvSpPr/>
                <p:nvPr/>
              </p:nvSpPr>
              <p:spPr>
                <a:xfrm>
                  <a:off x="8201357"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31" name="Grafik 230">
                <a:extLst>
                  <a:ext uri="{FF2B5EF4-FFF2-40B4-BE49-F238E27FC236}">
                    <a16:creationId xmlns:a16="http://schemas.microsoft.com/office/drawing/2014/main" id="{88FB401F-20D7-8F32-60D9-A6246191FA5F}"/>
                  </a:ext>
                </a:extLst>
              </p:cNvPr>
              <p:cNvPicPr>
                <a:picLocks noChangeAspect="1"/>
              </p:cNvPicPr>
              <p:nvPr/>
            </p:nvPicPr>
            <p:blipFill>
              <a:blip r:embed="rId28"/>
              <a:stretch>
                <a:fillRect/>
              </a:stretch>
            </p:blipFill>
            <p:spPr>
              <a:xfrm>
                <a:off x="8203752" y="5700759"/>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232" name="Grafik 8">
              <a:extLst>
                <a:ext uri="{FF2B5EF4-FFF2-40B4-BE49-F238E27FC236}">
                  <a16:creationId xmlns:a16="http://schemas.microsoft.com/office/drawing/2014/main" id="{0FB94E42-59F6-FAB4-AB49-9B6BEAFFE154}"/>
                </a:ext>
              </a:extLst>
            </p:cNvPr>
            <p:cNvGrpSpPr/>
            <p:nvPr/>
          </p:nvGrpSpPr>
          <p:grpSpPr>
            <a:xfrm>
              <a:off x="11170185" y="5085445"/>
              <a:ext cx="287305" cy="383074"/>
              <a:chOff x="11170185" y="5085445"/>
              <a:chExt cx="287305" cy="383074"/>
            </a:xfrm>
          </p:grpSpPr>
          <p:grpSp>
            <p:nvGrpSpPr>
              <p:cNvPr id="233" name="Grafik 8">
                <a:extLst>
                  <a:ext uri="{FF2B5EF4-FFF2-40B4-BE49-F238E27FC236}">
                    <a16:creationId xmlns:a16="http://schemas.microsoft.com/office/drawing/2014/main" id="{6B5CADAF-4341-E521-D3AB-EBB075B70B08}"/>
                  </a:ext>
                </a:extLst>
              </p:cNvPr>
              <p:cNvGrpSpPr/>
              <p:nvPr/>
            </p:nvGrpSpPr>
            <p:grpSpPr>
              <a:xfrm>
                <a:off x="11170185" y="5085445"/>
                <a:ext cx="287305" cy="383074"/>
                <a:chOff x="11170185" y="5085445"/>
                <a:chExt cx="287305" cy="383074"/>
              </a:xfrm>
            </p:grpSpPr>
            <p:sp>
              <p:nvSpPr>
                <p:cNvPr id="234" name="Freihandform: Form 233">
                  <a:extLst>
                    <a:ext uri="{FF2B5EF4-FFF2-40B4-BE49-F238E27FC236}">
                      <a16:creationId xmlns:a16="http://schemas.microsoft.com/office/drawing/2014/main" id="{64BDDC9D-D745-EB61-6FF7-D8F394D1601B}"/>
                    </a:ext>
                  </a:extLst>
                </p:cNvPr>
                <p:cNvSpPr/>
                <p:nvPr/>
              </p:nvSpPr>
              <p:spPr>
                <a:xfrm>
                  <a:off x="11170185" y="5085445"/>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35" name="Freihandform: Form 234">
                  <a:extLst>
                    <a:ext uri="{FF2B5EF4-FFF2-40B4-BE49-F238E27FC236}">
                      <a16:creationId xmlns:a16="http://schemas.microsoft.com/office/drawing/2014/main" id="{A7131B3D-9A56-CD2B-921F-BA3CCCE7A5CD}"/>
                    </a:ext>
                  </a:extLst>
                </p:cNvPr>
                <p:cNvSpPr/>
                <p:nvPr/>
              </p:nvSpPr>
              <p:spPr>
                <a:xfrm>
                  <a:off x="11170185" y="5157272"/>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36" name="Grafik 235">
                <a:extLst>
                  <a:ext uri="{FF2B5EF4-FFF2-40B4-BE49-F238E27FC236}">
                    <a16:creationId xmlns:a16="http://schemas.microsoft.com/office/drawing/2014/main" id="{33351901-AF6D-691F-E8A8-62396B442425}"/>
                  </a:ext>
                </a:extLst>
              </p:cNvPr>
              <p:cNvPicPr>
                <a:picLocks noChangeAspect="1"/>
              </p:cNvPicPr>
              <p:nvPr/>
            </p:nvPicPr>
            <p:blipFill>
              <a:blip r:embed="rId29"/>
              <a:stretch>
                <a:fillRect/>
              </a:stretch>
            </p:blipFill>
            <p:spPr>
              <a:xfrm>
                <a:off x="11172579" y="5305713"/>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spTree>
    <p:extLst>
      <p:ext uri="{BB962C8B-B14F-4D97-AF65-F5344CB8AC3E}">
        <p14:creationId xmlns:p14="http://schemas.microsoft.com/office/powerpoint/2010/main" val="205048356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D12CD-9EFD-2469-7A3A-E61A2B20C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48FF5-B2BB-3C4B-BFFB-071C1BCF33F3}"/>
              </a:ext>
            </a:extLst>
          </p:cNvPr>
          <p:cNvSpPr>
            <a:spLocks noGrp="1"/>
          </p:cNvSpPr>
          <p:nvPr>
            <p:ph type="title"/>
          </p:nvPr>
        </p:nvSpPr>
        <p:spPr/>
        <p:txBody>
          <a:bodyPr>
            <a:normAutofit/>
          </a:bodyPr>
          <a:lstStyle/>
          <a:p>
            <a:r>
              <a:rPr lang="de-DE"/>
              <a:t>Softwarearchitektur</a:t>
            </a:r>
          </a:p>
        </p:txBody>
      </p:sp>
      <p:sp>
        <p:nvSpPr>
          <p:cNvPr id="3" name="Content Placeholder 2">
            <a:extLst>
              <a:ext uri="{FF2B5EF4-FFF2-40B4-BE49-F238E27FC236}">
                <a16:creationId xmlns:a16="http://schemas.microsoft.com/office/drawing/2014/main" id="{5EE1BC5A-8ABE-0E44-DAFC-0B31353D2CD8}"/>
              </a:ext>
            </a:extLst>
          </p:cNvPr>
          <p:cNvSpPr>
            <a:spLocks noGrp="1"/>
          </p:cNvSpPr>
          <p:nvPr>
            <p:ph idx="1"/>
          </p:nvPr>
        </p:nvSpPr>
        <p:spPr>
          <a:xfrm>
            <a:off x="810191" y="2521754"/>
            <a:ext cx="3927836" cy="3509576"/>
          </a:xfrm>
        </p:spPr>
        <p:txBody>
          <a:bodyPr vert="horz" lIns="91440" tIns="45720" rIns="91440" bIns="45720" rtlCol="0" anchor="t">
            <a:noAutofit/>
          </a:bodyPr>
          <a:lstStyle/>
          <a:p>
            <a:pPr>
              <a:lnSpc>
                <a:spcPct val="100000"/>
              </a:lnSpc>
            </a:pPr>
            <a:r>
              <a:rPr lang="de-DE" sz="2400" err="1"/>
              <a:t>Configuration</a:t>
            </a:r>
            <a:endParaRPr lang="en-US" sz="2400"/>
          </a:p>
          <a:p>
            <a:pPr lvl="1">
              <a:lnSpc>
                <a:spcPct val="100000"/>
              </a:lnSpc>
              <a:buFont typeface="Courier New" panose="020B0304020202020204" pitchFamily="34" charset="0"/>
              <a:buChar char="o"/>
            </a:pPr>
            <a:r>
              <a:rPr lang="de-DE"/>
              <a:t>Review-Type Plugins</a:t>
            </a:r>
            <a:endParaRPr lang="en-US"/>
          </a:p>
          <a:p>
            <a:pPr lvl="1">
              <a:lnSpc>
                <a:spcPct val="100000"/>
              </a:lnSpc>
              <a:buFont typeface="Courier New" panose="020B0304020202020204" pitchFamily="34" charset="0"/>
              <a:buChar char="o"/>
            </a:pPr>
            <a:r>
              <a:rPr lang="de-DE"/>
              <a:t>Review-Template Plugins</a:t>
            </a:r>
          </a:p>
          <a:p>
            <a:pPr>
              <a:lnSpc>
                <a:spcPct val="150000"/>
              </a:lnSpc>
            </a:pPr>
            <a:r>
              <a:rPr lang="de-DE" sz="2400" err="1"/>
              <a:t>Matching</a:t>
            </a:r>
            <a:endParaRPr lang="de-DE" sz="2400"/>
          </a:p>
          <a:p>
            <a:pPr>
              <a:lnSpc>
                <a:spcPct val="150000"/>
              </a:lnSpc>
            </a:pPr>
            <a:r>
              <a:rPr lang="de-DE" sz="2400"/>
              <a:t>Submission</a:t>
            </a:r>
          </a:p>
          <a:p>
            <a:pPr>
              <a:lnSpc>
                <a:spcPct val="150000"/>
              </a:lnSpc>
            </a:pPr>
            <a:r>
              <a:rPr lang="de-DE" sz="2400"/>
              <a:t>Response</a:t>
            </a:r>
          </a:p>
          <a:p>
            <a:endParaRPr lang="de-DE" sz="2400"/>
          </a:p>
          <a:p>
            <a:endParaRPr lang="de-DE" sz="2400"/>
          </a:p>
        </p:txBody>
      </p:sp>
      <p:sp>
        <p:nvSpPr>
          <p:cNvPr id="4" name="Date Placeholder 3">
            <a:extLst>
              <a:ext uri="{FF2B5EF4-FFF2-40B4-BE49-F238E27FC236}">
                <a16:creationId xmlns:a16="http://schemas.microsoft.com/office/drawing/2014/main" id="{475B5762-4407-5C5F-8FDC-135ADB658539}"/>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A2B9A06C-6DD9-12FB-6841-3E52EFB8268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E8B56C3-2023-D170-02B0-372E02639A4C}"/>
              </a:ext>
            </a:extLst>
          </p:cNvPr>
          <p:cNvSpPr>
            <a:spLocks noGrp="1"/>
          </p:cNvSpPr>
          <p:nvPr>
            <p:ph type="sldNum" sz="quarter" idx="12"/>
          </p:nvPr>
        </p:nvSpPr>
        <p:spPr/>
        <p:txBody>
          <a:bodyPr/>
          <a:lstStyle/>
          <a:p>
            <a:fld id="{8DFDE724-0293-4953-AE9D-4D814FA589B0}" type="slidenum">
              <a:rPr lang="en-US" smtClean="0"/>
              <a:t>6</a:t>
            </a:fld>
            <a:endParaRPr lang="en-US"/>
          </a:p>
        </p:txBody>
      </p:sp>
      <p:sp>
        <p:nvSpPr>
          <p:cNvPr id="7" name="TextBox 6">
            <a:extLst>
              <a:ext uri="{FF2B5EF4-FFF2-40B4-BE49-F238E27FC236}">
                <a16:creationId xmlns:a16="http://schemas.microsoft.com/office/drawing/2014/main" id="{FB3967AD-6E61-D5AC-849D-50DD24F6B227}"/>
              </a:ext>
            </a:extLst>
          </p:cNvPr>
          <p:cNvSpPr txBox="1"/>
          <p:nvPr/>
        </p:nvSpPr>
        <p:spPr>
          <a:xfrm>
            <a:off x="806486" y="1759865"/>
            <a:ext cx="460021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Überblick</a:t>
            </a:r>
            <a:r>
              <a:rPr lang="en-US" sz="2800" i="1"/>
              <a:t> - </a:t>
            </a:r>
            <a:r>
              <a:rPr lang="en-US" sz="2800" i="1" err="1"/>
              <a:t>Primärservices</a:t>
            </a:r>
            <a:endParaRPr lang="en-US" sz="2800" i="1"/>
          </a:p>
        </p:txBody>
      </p:sp>
      <p:grpSp>
        <p:nvGrpSpPr>
          <p:cNvPr id="9" name="Gruppieren 8">
            <a:extLst>
              <a:ext uri="{FF2B5EF4-FFF2-40B4-BE49-F238E27FC236}">
                <a16:creationId xmlns:a16="http://schemas.microsoft.com/office/drawing/2014/main" id="{93896799-0B11-A47A-CA85-4D2FC814E773}"/>
              </a:ext>
            </a:extLst>
          </p:cNvPr>
          <p:cNvGrpSpPr/>
          <p:nvPr/>
        </p:nvGrpSpPr>
        <p:grpSpPr>
          <a:xfrm>
            <a:off x="3587678" y="4027715"/>
            <a:ext cx="7977838" cy="1881566"/>
            <a:chOff x="4945224" y="4846024"/>
            <a:chExt cx="5075737" cy="1197108"/>
          </a:xfrm>
        </p:grpSpPr>
        <p:sp>
          <p:nvSpPr>
            <p:cNvPr id="111" name="Freihandform: Form 110">
              <a:extLst>
                <a:ext uri="{FF2B5EF4-FFF2-40B4-BE49-F238E27FC236}">
                  <a16:creationId xmlns:a16="http://schemas.microsoft.com/office/drawing/2014/main" id="{91FF90B7-73BB-EF86-72ED-37DE63EE4795}"/>
                </a:ext>
              </a:extLst>
            </p:cNvPr>
            <p:cNvSpPr/>
            <p:nvPr/>
          </p:nvSpPr>
          <p:spPr>
            <a:xfrm>
              <a:off x="4945224" y="4846024"/>
              <a:ext cx="5075737" cy="1197108"/>
            </a:xfrm>
            <a:custGeom>
              <a:avLst/>
              <a:gdLst>
                <a:gd name="connsiteX0" fmla="*/ 1 w 5075737"/>
                <a:gd name="connsiteY0" fmla="*/ 1 h 1197108"/>
                <a:gd name="connsiteX1" fmla="*/ 5075739 w 5075737"/>
                <a:gd name="connsiteY1" fmla="*/ 1 h 1197108"/>
                <a:gd name="connsiteX2" fmla="*/ 5075739 w 5075737"/>
                <a:gd name="connsiteY2" fmla="*/ 1197109 h 1197108"/>
                <a:gd name="connsiteX3" fmla="*/ 1 w 5075737"/>
                <a:gd name="connsiteY3" fmla="*/ 1197109 h 1197108"/>
              </a:gdLst>
              <a:ahLst/>
              <a:cxnLst>
                <a:cxn ang="0">
                  <a:pos x="connsiteX0" y="connsiteY0"/>
                </a:cxn>
                <a:cxn ang="0">
                  <a:pos x="connsiteX1" y="connsiteY1"/>
                </a:cxn>
                <a:cxn ang="0">
                  <a:pos x="connsiteX2" y="connsiteY2"/>
                </a:cxn>
                <a:cxn ang="0">
                  <a:pos x="connsiteX3" y="connsiteY3"/>
                </a:cxn>
              </a:cxnLst>
              <a:rect l="l" t="t" r="r" b="b"/>
              <a:pathLst>
                <a:path w="5075737" h="1197108">
                  <a:moveTo>
                    <a:pt x="1" y="1"/>
                  </a:moveTo>
                  <a:lnTo>
                    <a:pt x="5075739" y="1"/>
                  </a:lnTo>
                  <a:lnTo>
                    <a:pt x="5075739" y="1197109"/>
                  </a:lnTo>
                  <a:lnTo>
                    <a:pt x="1" y="1197109"/>
                  </a:lnTo>
                  <a:close/>
                </a:path>
              </a:pathLst>
            </a:custGeom>
            <a:solidFill>
              <a:srgbClr val="F5F5F5"/>
            </a:solidFill>
            <a:ln w="4785" cap="flat">
              <a:solidFill>
                <a:srgbClr val="666666"/>
              </a:solidFill>
              <a:prstDash val="solid"/>
              <a:miter/>
            </a:ln>
          </p:spPr>
          <p:txBody>
            <a:bodyPr rtlCol="0" anchor="ctr"/>
            <a:lstStyle/>
            <a:p>
              <a:endParaRPr lang="de-DE"/>
            </a:p>
          </p:txBody>
        </p:sp>
        <p:grpSp>
          <p:nvGrpSpPr>
            <p:cNvPr id="112" name="Grafik 1">
              <a:extLst>
                <a:ext uri="{FF2B5EF4-FFF2-40B4-BE49-F238E27FC236}">
                  <a16:creationId xmlns:a16="http://schemas.microsoft.com/office/drawing/2014/main" id="{31C59D9A-771E-A498-1D93-E55F279B79C1}"/>
                </a:ext>
              </a:extLst>
            </p:cNvPr>
            <p:cNvGrpSpPr/>
            <p:nvPr/>
          </p:nvGrpSpPr>
          <p:grpSpPr>
            <a:xfrm>
              <a:off x="8416837" y="5164454"/>
              <a:ext cx="784728" cy="89783"/>
              <a:chOff x="8416837" y="5164454"/>
              <a:chExt cx="784728" cy="89783"/>
            </a:xfrm>
          </p:grpSpPr>
          <p:grpSp>
            <p:nvGrpSpPr>
              <p:cNvPr id="208" name="Grafik 1">
                <a:extLst>
                  <a:ext uri="{FF2B5EF4-FFF2-40B4-BE49-F238E27FC236}">
                    <a16:creationId xmlns:a16="http://schemas.microsoft.com/office/drawing/2014/main" id="{4EC5DA3D-F659-A4F2-9953-1ADE96592445}"/>
                  </a:ext>
                </a:extLst>
              </p:cNvPr>
              <p:cNvGrpSpPr/>
              <p:nvPr/>
            </p:nvGrpSpPr>
            <p:grpSpPr>
              <a:xfrm>
                <a:off x="8416837" y="5164454"/>
                <a:ext cx="784728" cy="33519"/>
                <a:chOff x="8416837" y="5164454"/>
                <a:chExt cx="784728" cy="33519"/>
              </a:xfrm>
            </p:grpSpPr>
            <p:sp>
              <p:nvSpPr>
                <p:cNvPr id="210" name="Freihandform: Form 209">
                  <a:extLst>
                    <a:ext uri="{FF2B5EF4-FFF2-40B4-BE49-F238E27FC236}">
                      <a16:creationId xmlns:a16="http://schemas.microsoft.com/office/drawing/2014/main" id="{320A0305-97FF-EE32-AE6B-0A602C24A3EA}"/>
                    </a:ext>
                  </a:extLst>
                </p:cNvPr>
                <p:cNvSpPr/>
                <p:nvPr/>
              </p:nvSpPr>
              <p:spPr>
                <a:xfrm>
                  <a:off x="8416837"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211" name="Freihandform: Form 210">
                  <a:extLst>
                    <a:ext uri="{FF2B5EF4-FFF2-40B4-BE49-F238E27FC236}">
                      <a16:creationId xmlns:a16="http://schemas.microsoft.com/office/drawing/2014/main" id="{4777D373-68E3-29E3-7666-1775ABF87452}"/>
                    </a:ext>
                  </a:extLst>
                </p:cNvPr>
                <p:cNvSpPr/>
                <p:nvPr/>
              </p:nvSpPr>
              <p:spPr>
                <a:xfrm>
                  <a:off x="9168046"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09" name="Grafik 208">
                <a:extLst>
                  <a:ext uri="{FF2B5EF4-FFF2-40B4-BE49-F238E27FC236}">
                    <a16:creationId xmlns:a16="http://schemas.microsoft.com/office/drawing/2014/main" id="{58B1ADC2-22B2-E476-C9AD-F72675CE6B3C}"/>
                  </a:ext>
                </a:extLst>
              </p:cNvPr>
              <p:cNvPicPr>
                <a:picLocks noChangeAspect="1"/>
              </p:cNvPicPr>
              <p:nvPr/>
            </p:nvPicPr>
            <p:blipFill>
              <a:blip r:embed="rId2"/>
              <a:stretch>
                <a:fillRect/>
              </a:stretch>
            </p:blipFill>
            <p:spPr>
              <a:xfrm>
                <a:off x="8814277" y="5178820"/>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13" name="Grafik 1">
              <a:extLst>
                <a:ext uri="{FF2B5EF4-FFF2-40B4-BE49-F238E27FC236}">
                  <a16:creationId xmlns:a16="http://schemas.microsoft.com/office/drawing/2014/main" id="{7EB01625-3007-FC55-33E4-5792C9CA18E4}"/>
                </a:ext>
              </a:extLst>
            </p:cNvPr>
            <p:cNvGrpSpPr/>
            <p:nvPr/>
          </p:nvGrpSpPr>
          <p:grpSpPr>
            <a:xfrm>
              <a:off x="7777581" y="5330230"/>
              <a:ext cx="268152" cy="180811"/>
              <a:chOff x="7777581" y="5330230"/>
              <a:chExt cx="268152" cy="180811"/>
            </a:xfrm>
          </p:grpSpPr>
          <p:grpSp>
            <p:nvGrpSpPr>
              <p:cNvPr id="203" name="Grafik 1">
                <a:extLst>
                  <a:ext uri="{FF2B5EF4-FFF2-40B4-BE49-F238E27FC236}">
                    <a16:creationId xmlns:a16="http://schemas.microsoft.com/office/drawing/2014/main" id="{1FC9FD36-DB3C-C0BE-F08D-D54D326160C3}"/>
                  </a:ext>
                </a:extLst>
              </p:cNvPr>
              <p:cNvGrpSpPr/>
              <p:nvPr/>
            </p:nvGrpSpPr>
            <p:grpSpPr>
              <a:xfrm>
                <a:off x="7897292" y="5330230"/>
                <a:ext cx="33519" cy="180811"/>
                <a:chOff x="7897292" y="5330230"/>
                <a:chExt cx="33519" cy="180811"/>
              </a:xfrm>
            </p:grpSpPr>
            <p:sp>
              <p:nvSpPr>
                <p:cNvPr id="205" name="Freihandform: Form 204">
                  <a:extLst>
                    <a:ext uri="{FF2B5EF4-FFF2-40B4-BE49-F238E27FC236}">
                      <a16:creationId xmlns:a16="http://schemas.microsoft.com/office/drawing/2014/main" id="{A4E0ADB2-A085-02EF-EFA2-56904E2C692D}"/>
                    </a:ext>
                  </a:extLst>
                </p:cNvPr>
                <p:cNvSpPr/>
                <p:nvPr/>
              </p:nvSpPr>
              <p:spPr>
                <a:xfrm>
                  <a:off x="7914051" y="5355369"/>
                  <a:ext cx="4788" cy="130532"/>
                </a:xfrm>
                <a:custGeom>
                  <a:avLst/>
                  <a:gdLst>
                    <a:gd name="connsiteX0" fmla="*/ 1 w 4788"/>
                    <a:gd name="connsiteY0" fmla="*/ 1 h 130532"/>
                    <a:gd name="connsiteX1" fmla="*/ 1 w 4788"/>
                    <a:gd name="connsiteY1" fmla="*/ 17383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17383"/>
                      </a:lnTo>
                      <a:lnTo>
                        <a:pt x="1" y="130533"/>
                      </a:lnTo>
                    </a:path>
                  </a:pathLst>
                </a:custGeom>
                <a:noFill/>
                <a:ln w="4785" cap="flat">
                  <a:solidFill>
                    <a:srgbClr val="000000"/>
                  </a:solidFill>
                  <a:prstDash val="solid"/>
                  <a:miter/>
                </a:ln>
              </p:spPr>
              <p:txBody>
                <a:bodyPr rtlCol="0" anchor="ctr"/>
                <a:lstStyle/>
                <a:p>
                  <a:endParaRPr lang="de-DE"/>
                </a:p>
              </p:txBody>
            </p:sp>
            <p:sp>
              <p:nvSpPr>
                <p:cNvPr id="206" name="Freihandform: Form 205">
                  <a:extLst>
                    <a:ext uri="{FF2B5EF4-FFF2-40B4-BE49-F238E27FC236}">
                      <a16:creationId xmlns:a16="http://schemas.microsoft.com/office/drawing/2014/main" id="{96AD37BE-EFE8-665D-FE92-72341E82CE57}"/>
                    </a:ext>
                  </a:extLst>
                </p:cNvPr>
                <p:cNvSpPr/>
                <p:nvPr/>
              </p:nvSpPr>
              <p:spPr>
                <a:xfrm>
                  <a:off x="7897292"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207" name="Freihandform: Form 206">
                  <a:extLst>
                    <a:ext uri="{FF2B5EF4-FFF2-40B4-BE49-F238E27FC236}">
                      <a16:creationId xmlns:a16="http://schemas.microsoft.com/office/drawing/2014/main" id="{663C7DF2-10DD-5CD9-A214-B7B1CCF5C76C}"/>
                    </a:ext>
                  </a:extLst>
                </p:cNvPr>
                <p:cNvSpPr/>
                <p:nvPr/>
              </p:nvSpPr>
              <p:spPr>
                <a:xfrm>
                  <a:off x="7897292"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04" name="Grafik 203">
                <a:extLst>
                  <a:ext uri="{FF2B5EF4-FFF2-40B4-BE49-F238E27FC236}">
                    <a16:creationId xmlns:a16="http://schemas.microsoft.com/office/drawing/2014/main" id="{6AAEDA6E-47B6-35CD-15B9-4C5A23B8AF1B}"/>
                  </a:ext>
                </a:extLst>
              </p:cNvPr>
              <p:cNvPicPr>
                <a:picLocks noChangeAspect="1"/>
              </p:cNvPicPr>
              <p:nvPr/>
            </p:nvPicPr>
            <p:blipFill>
              <a:blip r:embed="rId3"/>
              <a:stretch>
                <a:fillRect/>
              </a:stretch>
            </p:blipFill>
            <p:spPr>
              <a:xfrm>
                <a:off x="7777581"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14" name="Grafik 1">
              <a:extLst>
                <a:ext uri="{FF2B5EF4-FFF2-40B4-BE49-F238E27FC236}">
                  <a16:creationId xmlns:a16="http://schemas.microsoft.com/office/drawing/2014/main" id="{64ECF26F-7513-8A90-EA14-B44BBB91D261}"/>
                </a:ext>
              </a:extLst>
            </p:cNvPr>
            <p:cNvGrpSpPr/>
            <p:nvPr/>
          </p:nvGrpSpPr>
          <p:grpSpPr>
            <a:xfrm>
              <a:off x="8213328" y="5330230"/>
              <a:ext cx="268152" cy="180811"/>
              <a:chOff x="8213328" y="5330230"/>
              <a:chExt cx="268152" cy="180811"/>
            </a:xfrm>
          </p:grpSpPr>
          <p:grpSp>
            <p:nvGrpSpPr>
              <p:cNvPr id="198" name="Grafik 1">
                <a:extLst>
                  <a:ext uri="{FF2B5EF4-FFF2-40B4-BE49-F238E27FC236}">
                    <a16:creationId xmlns:a16="http://schemas.microsoft.com/office/drawing/2014/main" id="{47545785-73F1-89CB-7E02-AF80091C0CDE}"/>
                  </a:ext>
                </a:extLst>
              </p:cNvPr>
              <p:cNvGrpSpPr/>
              <p:nvPr/>
            </p:nvGrpSpPr>
            <p:grpSpPr>
              <a:xfrm>
                <a:off x="8328251" y="5330230"/>
                <a:ext cx="33519" cy="180811"/>
                <a:chOff x="8328251" y="5330230"/>
                <a:chExt cx="33519" cy="180811"/>
              </a:xfrm>
            </p:grpSpPr>
            <p:sp>
              <p:nvSpPr>
                <p:cNvPr id="200" name="Freihandform: Form 199">
                  <a:extLst>
                    <a:ext uri="{FF2B5EF4-FFF2-40B4-BE49-F238E27FC236}">
                      <a16:creationId xmlns:a16="http://schemas.microsoft.com/office/drawing/2014/main" id="{E1B8E161-0314-73B8-FE34-7FC1C206F406}"/>
                    </a:ext>
                  </a:extLst>
                </p:cNvPr>
                <p:cNvSpPr/>
                <p:nvPr/>
              </p:nvSpPr>
              <p:spPr>
                <a:xfrm>
                  <a:off x="8345010" y="5355369"/>
                  <a:ext cx="4788" cy="130532"/>
                </a:xfrm>
                <a:custGeom>
                  <a:avLst/>
                  <a:gdLst>
                    <a:gd name="connsiteX0" fmla="*/ 1 w 4788"/>
                    <a:gd name="connsiteY0" fmla="*/ 1 h 130532"/>
                    <a:gd name="connsiteX1" fmla="*/ 1 w 4788"/>
                    <a:gd name="connsiteY1" fmla="*/ 65267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65267"/>
                      </a:lnTo>
                      <a:lnTo>
                        <a:pt x="1" y="130533"/>
                      </a:lnTo>
                    </a:path>
                  </a:pathLst>
                </a:custGeom>
                <a:noFill/>
                <a:ln w="4785" cap="flat">
                  <a:solidFill>
                    <a:srgbClr val="000000"/>
                  </a:solidFill>
                  <a:prstDash val="solid"/>
                  <a:miter/>
                </a:ln>
              </p:spPr>
              <p:txBody>
                <a:bodyPr rtlCol="0" anchor="ctr"/>
                <a:lstStyle/>
                <a:p>
                  <a:endParaRPr lang="de-DE"/>
                </a:p>
              </p:txBody>
            </p:sp>
            <p:sp>
              <p:nvSpPr>
                <p:cNvPr id="201" name="Freihandform: Form 200">
                  <a:extLst>
                    <a:ext uri="{FF2B5EF4-FFF2-40B4-BE49-F238E27FC236}">
                      <a16:creationId xmlns:a16="http://schemas.microsoft.com/office/drawing/2014/main" id="{6417A709-197A-7A00-959C-25A975771294}"/>
                    </a:ext>
                  </a:extLst>
                </p:cNvPr>
                <p:cNvSpPr/>
                <p:nvPr/>
              </p:nvSpPr>
              <p:spPr>
                <a:xfrm>
                  <a:off x="8328251"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202" name="Freihandform: Form 201">
                  <a:extLst>
                    <a:ext uri="{FF2B5EF4-FFF2-40B4-BE49-F238E27FC236}">
                      <a16:creationId xmlns:a16="http://schemas.microsoft.com/office/drawing/2014/main" id="{3FACC3A8-C7EB-0174-E256-97F741F166A3}"/>
                    </a:ext>
                  </a:extLst>
                </p:cNvPr>
                <p:cNvSpPr/>
                <p:nvPr/>
              </p:nvSpPr>
              <p:spPr>
                <a:xfrm>
                  <a:off x="8328251"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99" name="Grafik 198">
                <a:extLst>
                  <a:ext uri="{FF2B5EF4-FFF2-40B4-BE49-F238E27FC236}">
                    <a16:creationId xmlns:a16="http://schemas.microsoft.com/office/drawing/2014/main" id="{1513A062-1E23-0B8F-027C-F812F2227C10}"/>
                  </a:ext>
                </a:extLst>
              </p:cNvPr>
              <p:cNvPicPr>
                <a:picLocks noChangeAspect="1"/>
              </p:cNvPicPr>
              <p:nvPr/>
            </p:nvPicPr>
            <p:blipFill>
              <a:blip r:embed="rId3"/>
              <a:stretch>
                <a:fillRect/>
              </a:stretch>
            </p:blipFill>
            <p:spPr>
              <a:xfrm>
                <a:off x="8213328"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15" name="Grafik 1">
              <a:extLst>
                <a:ext uri="{FF2B5EF4-FFF2-40B4-BE49-F238E27FC236}">
                  <a16:creationId xmlns:a16="http://schemas.microsoft.com/office/drawing/2014/main" id="{85C38F23-0F69-1593-EB70-88561ED359E8}"/>
                </a:ext>
              </a:extLst>
            </p:cNvPr>
            <p:cNvGrpSpPr/>
            <p:nvPr/>
          </p:nvGrpSpPr>
          <p:grpSpPr>
            <a:xfrm>
              <a:off x="7842225" y="5037561"/>
              <a:ext cx="574611" cy="287305"/>
              <a:chOff x="7842225" y="5037561"/>
              <a:chExt cx="574611" cy="287305"/>
            </a:xfrm>
            <a:solidFill>
              <a:srgbClr val="FFFFFF"/>
            </a:solidFill>
          </p:grpSpPr>
          <p:sp>
            <p:nvSpPr>
              <p:cNvPr id="196" name="Freihandform: Form 195">
                <a:extLst>
                  <a:ext uri="{FF2B5EF4-FFF2-40B4-BE49-F238E27FC236}">
                    <a16:creationId xmlns:a16="http://schemas.microsoft.com/office/drawing/2014/main" id="{B3DD5123-A371-73EE-BFD2-1414CE60AD60}"/>
                  </a:ext>
                </a:extLst>
              </p:cNvPr>
              <p:cNvSpPr/>
              <p:nvPr/>
            </p:nvSpPr>
            <p:spPr>
              <a:xfrm>
                <a:off x="7842225"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97" name="Grafik 196">
                <a:extLst>
                  <a:ext uri="{FF2B5EF4-FFF2-40B4-BE49-F238E27FC236}">
                    <a16:creationId xmlns:a16="http://schemas.microsoft.com/office/drawing/2014/main" id="{087E36DC-96F7-2F6D-4E29-AC0AC9A94D0A}"/>
                  </a:ext>
                </a:extLst>
              </p:cNvPr>
              <p:cNvPicPr>
                <a:picLocks noChangeAspect="1"/>
              </p:cNvPicPr>
              <p:nvPr/>
            </p:nvPicPr>
            <p:blipFill>
              <a:blip r:embed="rId4"/>
              <a:stretch>
                <a:fillRect/>
              </a:stretch>
            </p:blipFill>
            <p:spPr>
              <a:xfrm>
                <a:off x="7844619"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16" name="Grafik 1">
              <a:extLst>
                <a:ext uri="{FF2B5EF4-FFF2-40B4-BE49-F238E27FC236}">
                  <a16:creationId xmlns:a16="http://schemas.microsoft.com/office/drawing/2014/main" id="{0C4AF034-7805-617B-7424-32E15CE83975}"/>
                </a:ext>
              </a:extLst>
            </p:cNvPr>
            <p:cNvGrpSpPr/>
            <p:nvPr/>
          </p:nvGrpSpPr>
          <p:grpSpPr>
            <a:xfrm>
              <a:off x="5550960" y="5324867"/>
              <a:ext cx="3895389" cy="709885"/>
              <a:chOff x="5550960" y="5324867"/>
              <a:chExt cx="3895389" cy="709885"/>
            </a:xfrm>
          </p:grpSpPr>
          <p:grpSp>
            <p:nvGrpSpPr>
              <p:cNvPr id="192" name="Grafik 1">
                <a:extLst>
                  <a:ext uri="{FF2B5EF4-FFF2-40B4-BE49-F238E27FC236}">
                    <a16:creationId xmlns:a16="http://schemas.microsoft.com/office/drawing/2014/main" id="{CE767738-A0A6-BAA2-AED5-1B302D9C23EA}"/>
                  </a:ext>
                </a:extLst>
              </p:cNvPr>
              <p:cNvGrpSpPr/>
              <p:nvPr/>
            </p:nvGrpSpPr>
            <p:grpSpPr>
              <a:xfrm>
                <a:off x="5550960" y="5324867"/>
                <a:ext cx="3895389" cy="670380"/>
                <a:chOff x="5550960" y="5324867"/>
                <a:chExt cx="3895389" cy="670380"/>
              </a:xfrm>
            </p:grpSpPr>
            <p:sp>
              <p:nvSpPr>
                <p:cNvPr id="194" name="Freihandform: Form 193">
                  <a:extLst>
                    <a:ext uri="{FF2B5EF4-FFF2-40B4-BE49-F238E27FC236}">
                      <a16:creationId xmlns:a16="http://schemas.microsoft.com/office/drawing/2014/main" id="{CEAF1374-DC57-70B4-1424-1EB0AFEF2355}"/>
                    </a:ext>
                  </a:extLst>
                </p:cNvPr>
                <p:cNvSpPr/>
                <p:nvPr/>
              </p:nvSpPr>
              <p:spPr>
                <a:xfrm>
                  <a:off x="5567720" y="5324867"/>
                  <a:ext cx="3878629" cy="670380"/>
                </a:xfrm>
                <a:custGeom>
                  <a:avLst/>
                  <a:gdLst>
                    <a:gd name="connsiteX0" fmla="*/ 3878630 w 3878629"/>
                    <a:gd name="connsiteY0" fmla="*/ 1 h 670380"/>
                    <a:gd name="connsiteX1" fmla="*/ 3878630 w 3878629"/>
                    <a:gd name="connsiteY1" fmla="*/ 670381 h 670380"/>
                    <a:gd name="connsiteX2" fmla="*/ 1 w 3878629"/>
                    <a:gd name="connsiteY2" fmla="*/ 670381 h 670380"/>
                    <a:gd name="connsiteX3" fmla="*/ 1 w 3878629"/>
                    <a:gd name="connsiteY3" fmla="*/ 30503 h 670380"/>
                  </a:gdLst>
                  <a:ahLst/>
                  <a:cxnLst>
                    <a:cxn ang="0">
                      <a:pos x="connsiteX0" y="connsiteY0"/>
                    </a:cxn>
                    <a:cxn ang="0">
                      <a:pos x="connsiteX1" y="connsiteY1"/>
                    </a:cxn>
                    <a:cxn ang="0">
                      <a:pos x="connsiteX2" y="connsiteY2"/>
                    </a:cxn>
                    <a:cxn ang="0">
                      <a:pos x="connsiteX3" y="connsiteY3"/>
                    </a:cxn>
                  </a:cxnLst>
                  <a:rect l="l" t="t" r="r" b="b"/>
                  <a:pathLst>
                    <a:path w="3878629" h="670380">
                      <a:moveTo>
                        <a:pt x="3878630" y="1"/>
                      </a:moveTo>
                      <a:lnTo>
                        <a:pt x="3878630" y="670381"/>
                      </a:lnTo>
                      <a:lnTo>
                        <a:pt x="1" y="670381"/>
                      </a:lnTo>
                      <a:lnTo>
                        <a:pt x="1" y="30503"/>
                      </a:lnTo>
                    </a:path>
                  </a:pathLst>
                </a:custGeom>
                <a:noFill/>
                <a:ln w="4785" cap="flat">
                  <a:solidFill>
                    <a:srgbClr val="000000"/>
                  </a:solidFill>
                  <a:prstDash val="solid"/>
                  <a:miter/>
                </a:ln>
              </p:spPr>
              <p:txBody>
                <a:bodyPr rtlCol="0" anchor="ctr"/>
                <a:lstStyle/>
                <a:p>
                  <a:endParaRPr lang="de-DE"/>
                </a:p>
              </p:txBody>
            </p:sp>
            <p:sp>
              <p:nvSpPr>
                <p:cNvPr id="195" name="Freihandform: Form 194">
                  <a:extLst>
                    <a:ext uri="{FF2B5EF4-FFF2-40B4-BE49-F238E27FC236}">
                      <a16:creationId xmlns:a16="http://schemas.microsoft.com/office/drawing/2014/main" id="{B977A8BD-C49F-9D03-5FF3-2424FC1ACDFA}"/>
                    </a:ext>
                  </a:extLst>
                </p:cNvPr>
                <p:cNvSpPr/>
                <p:nvPr/>
              </p:nvSpPr>
              <p:spPr>
                <a:xfrm>
                  <a:off x="555096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93" name="Grafik 192">
                <a:extLst>
                  <a:ext uri="{FF2B5EF4-FFF2-40B4-BE49-F238E27FC236}">
                    <a16:creationId xmlns:a16="http://schemas.microsoft.com/office/drawing/2014/main" id="{D6597931-8755-AC4E-8CA5-C994FCC63F45}"/>
                  </a:ext>
                </a:extLst>
              </p:cNvPr>
              <p:cNvPicPr>
                <a:picLocks noChangeAspect="1"/>
              </p:cNvPicPr>
              <p:nvPr/>
            </p:nvPicPr>
            <p:blipFill>
              <a:blip r:embed="rId5"/>
              <a:stretch>
                <a:fillRect/>
              </a:stretch>
            </p:blipFill>
            <p:spPr>
              <a:xfrm>
                <a:off x="8692172" y="5959334"/>
                <a:ext cx="632073" cy="75417"/>
              </a:xfrm>
              <a:custGeom>
                <a:avLst/>
                <a:gdLst>
                  <a:gd name="connsiteX0" fmla="*/ 0 w 632073"/>
                  <a:gd name="connsiteY0" fmla="*/ 0 h 75417"/>
                  <a:gd name="connsiteX1" fmla="*/ 632073 w 632073"/>
                  <a:gd name="connsiteY1" fmla="*/ 0 h 75417"/>
                  <a:gd name="connsiteX2" fmla="*/ 632073 w 632073"/>
                  <a:gd name="connsiteY2" fmla="*/ 75418 h 75417"/>
                  <a:gd name="connsiteX3" fmla="*/ 0 w 63207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632073" h="75417">
                    <a:moveTo>
                      <a:pt x="0" y="0"/>
                    </a:moveTo>
                    <a:lnTo>
                      <a:pt x="632073" y="0"/>
                    </a:lnTo>
                    <a:lnTo>
                      <a:pt x="632073" y="75418"/>
                    </a:lnTo>
                    <a:lnTo>
                      <a:pt x="0" y="75418"/>
                    </a:lnTo>
                    <a:close/>
                  </a:path>
                </a:pathLst>
              </a:custGeom>
            </p:spPr>
          </p:pic>
        </p:grpSp>
        <p:grpSp>
          <p:nvGrpSpPr>
            <p:cNvPr id="117" name="Grafik 1">
              <a:extLst>
                <a:ext uri="{FF2B5EF4-FFF2-40B4-BE49-F238E27FC236}">
                  <a16:creationId xmlns:a16="http://schemas.microsoft.com/office/drawing/2014/main" id="{C473B745-7D7E-C096-E686-4AF1F836AD11}"/>
                </a:ext>
              </a:extLst>
            </p:cNvPr>
            <p:cNvGrpSpPr/>
            <p:nvPr/>
          </p:nvGrpSpPr>
          <p:grpSpPr>
            <a:xfrm>
              <a:off x="6987490" y="5324867"/>
              <a:ext cx="2363091" cy="633270"/>
              <a:chOff x="6987490" y="5324867"/>
              <a:chExt cx="2363091" cy="633270"/>
            </a:xfrm>
          </p:grpSpPr>
          <p:grpSp>
            <p:nvGrpSpPr>
              <p:cNvPr id="188" name="Grafik 1">
                <a:extLst>
                  <a:ext uri="{FF2B5EF4-FFF2-40B4-BE49-F238E27FC236}">
                    <a16:creationId xmlns:a16="http://schemas.microsoft.com/office/drawing/2014/main" id="{BF5E0203-8A99-A373-FB9D-9628DCED6D51}"/>
                  </a:ext>
                </a:extLst>
              </p:cNvPr>
              <p:cNvGrpSpPr/>
              <p:nvPr/>
            </p:nvGrpSpPr>
            <p:grpSpPr>
              <a:xfrm>
                <a:off x="6987490" y="5324867"/>
                <a:ext cx="2363091" cy="598266"/>
                <a:chOff x="6987490" y="5324867"/>
                <a:chExt cx="2363091" cy="598266"/>
              </a:xfrm>
            </p:grpSpPr>
            <p:sp>
              <p:nvSpPr>
                <p:cNvPr id="190" name="Freihandform: Form 189">
                  <a:extLst>
                    <a:ext uri="{FF2B5EF4-FFF2-40B4-BE49-F238E27FC236}">
                      <a16:creationId xmlns:a16="http://schemas.microsoft.com/office/drawing/2014/main" id="{3BF47D32-B0F1-8AA8-7187-50B43553B271}"/>
                    </a:ext>
                  </a:extLst>
                </p:cNvPr>
                <p:cNvSpPr/>
                <p:nvPr/>
              </p:nvSpPr>
              <p:spPr>
                <a:xfrm>
                  <a:off x="7004249" y="5324867"/>
                  <a:ext cx="2346331" cy="598266"/>
                </a:xfrm>
                <a:custGeom>
                  <a:avLst/>
                  <a:gdLst>
                    <a:gd name="connsiteX0" fmla="*/ 2346332 w 2346331"/>
                    <a:gd name="connsiteY0" fmla="*/ 1 h 598266"/>
                    <a:gd name="connsiteX1" fmla="*/ 2346332 w 2346331"/>
                    <a:gd name="connsiteY1" fmla="*/ 598267 h 598266"/>
                    <a:gd name="connsiteX2" fmla="*/ 1 w 2346331"/>
                    <a:gd name="connsiteY2" fmla="*/ 598267 h 598266"/>
                    <a:gd name="connsiteX3" fmla="*/ 1 w 2346331"/>
                    <a:gd name="connsiteY3" fmla="*/ 30503 h 598266"/>
                  </a:gdLst>
                  <a:ahLst/>
                  <a:cxnLst>
                    <a:cxn ang="0">
                      <a:pos x="connsiteX0" y="connsiteY0"/>
                    </a:cxn>
                    <a:cxn ang="0">
                      <a:pos x="connsiteX1" y="connsiteY1"/>
                    </a:cxn>
                    <a:cxn ang="0">
                      <a:pos x="connsiteX2" y="connsiteY2"/>
                    </a:cxn>
                    <a:cxn ang="0">
                      <a:pos x="connsiteX3" y="connsiteY3"/>
                    </a:cxn>
                  </a:cxnLst>
                  <a:rect l="l" t="t" r="r" b="b"/>
                  <a:pathLst>
                    <a:path w="2346331" h="598266">
                      <a:moveTo>
                        <a:pt x="2346332" y="1"/>
                      </a:moveTo>
                      <a:lnTo>
                        <a:pt x="2346332" y="598267"/>
                      </a:lnTo>
                      <a:lnTo>
                        <a:pt x="1" y="598267"/>
                      </a:lnTo>
                      <a:lnTo>
                        <a:pt x="1" y="30503"/>
                      </a:lnTo>
                    </a:path>
                  </a:pathLst>
                </a:custGeom>
                <a:noFill/>
                <a:ln w="4785" cap="flat">
                  <a:solidFill>
                    <a:srgbClr val="000000"/>
                  </a:solidFill>
                  <a:prstDash val="solid"/>
                  <a:miter/>
                </a:ln>
              </p:spPr>
              <p:txBody>
                <a:bodyPr rtlCol="0" anchor="ctr"/>
                <a:lstStyle/>
                <a:p>
                  <a:endParaRPr lang="de-DE"/>
                </a:p>
              </p:txBody>
            </p:sp>
            <p:sp>
              <p:nvSpPr>
                <p:cNvPr id="191" name="Freihandform: Form 190">
                  <a:extLst>
                    <a:ext uri="{FF2B5EF4-FFF2-40B4-BE49-F238E27FC236}">
                      <a16:creationId xmlns:a16="http://schemas.microsoft.com/office/drawing/2014/main" id="{AF0DF174-FDE2-925F-D13D-2B46454E92D2}"/>
                    </a:ext>
                  </a:extLst>
                </p:cNvPr>
                <p:cNvSpPr/>
                <p:nvPr/>
              </p:nvSpPr>
              <p:spPr>
                <a:xfrm>
                  <a:off x="698749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9" name="Grafik 188">
                <a:extLst>
                  <a:ext uri="{FF2B5EF4-FFF2-40B4-BE49-F238E27FC236}">
                    <a16:creationId xmlns:a16="http://schemas.microsoft.com/office/drawing/2014/main" id="{8FD22D33-9ABA-7E7F-3C5B-1E7EFE6F2F6B}"/>
                  </a:ext>
                </a:extLst>
              </p:cNvPr>
              <p:cNvPicPr>
                <a:picLocks noChangeAspect="1"/>
              </p:cNvPicPr>
              <p:nvPr/>
            </p:nvPicPr>
            <p:blipFill>
              <a:blip r:embed="rId6"/>
              <a:stretch>
                <a:fillRect/>
              </a:stretch>
            </p:blipFill>
            <p:spPr>
              <a:xfrm>
                <a:off x="8579644" y="5882719"/>
                <a:ext cx="483631" cy="75417"/>
              </a:xfrm>
              <a:custGeom>
                <a:avLst/>
                <a:gdLst>
                  <a:gd name="connsiteX0" fmla="*/ 0 w 483631"/>
                  <a:gd name="connsiteY0" fmla="*/ 0 h 75417"/>
                  <a:gd name="connsiteX1" fmla="*/ 483632 w 483631"/>
                  <a:gd name="connsiteY1" fmla="*/ 0 h 75417"/>
                  <a:gd name="connsiteX2" fmla="*/ 483632 w 483631"/>
                  <a:gd name="connsiteY2" fmla="*/ 75418 h 75417"/>
                  <a:gd name="connsiteX3" fmla="*/ 0 w 483631"/>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83631" h="75417">
                    <a:moveTo>
                      <a:pt x="0" y="0"/>
                    </a:moveTo>
                    <a:lnTo>
                      <a:pt x="483632" y="0"/>
                    </a:lnTo>
                    <a:lnTo>
                      <a:pt x="483632" y="75418"/>
                    </a:lnTo>
                    <a:lnTo>
                      <a:pt x="0" y="75418"/>
                    </a:lnTo>
                    <a:close/>
                  </a:path>
                </a:pathLst>
              </a:custGeom>
            </p:spPr>
          </p:pic>
        </p:grpSp>
        <p:grpSp>
          <p:nvGrpSpPr>
            <p:cNvPr id="118" name="Grafik 1">
              <a:extLst>
                <a:ext uri="{FF2B5EF4-FFF2-40B4-BE49-F238E27FC236}">
                  <a16:creationId xmlns:a16="http://schemas.microsoft.com/office/drawing/2014/main" id="{2D7756F3-5BB7-DD80-C4D5-DFDECADBAF1E}"/>
                </a:ext>
              </a:extLst>
            </p:cNvPr>
            <p:cNvGrpSpPr/>
            <p:nvPr/>
          </p:nvGrpSpPr>
          <p:grpSpPr>
            <a:xfrm>
              <a:off x="9515782" y="5330230"/>
              <a:ext cx="268152" cy="252637"/>
              <a:chOff x="9515782" y="5330230"/>
              <a:chExt cx="268152" cy="252637"/>
            </a:xfrm>
          </p:grpSpPr>
          <p:grpSp>
            <p:nvGrpSpPr>
              <p:cNvPr id="183" name="Grafik 1">
                <a:extLst>
                  <a:ext uri="{FF2B5EF4-FFF2-40B4-BE49-F238E27FC236}">
                    <a16:creationId xmlns:a16="http://schemas.microsoft.com/office/drawing/2014/main" id="{E0453DFD-EB05-24F7-FA29-88E2288DDC95}"/>
                  </a:ext>
                </a:extLst>
              </p:cNvPr>
              <p:cNvGrpSpPr/>
              <p:nvPr/>
            </p:nvGrpSpPr>
            <p:grpSpPr>
              <a:xfrm>
                <a:off x="9621127" y="5330230"/>
                <a:ext cx="33519" cy="252637"/>
                <a:chOff x="9621127" y="5330230"/>
                <a:chExt cx="33519" cy="252637"/>
              </a:xfrm>
            </p:grpSpPr>
            <p:sp>
              <p:nvSpPr>
                <p:cNvPr id="185" name="Freihandform: Form 184">
                  <a:extLst>
                    <a:ext uri="{FF2B5EF4-FFF2-40B4-BE49-F238E27FC236}">
                      <a16:creationId xmlns:a16="http://schemas.microsoft.com/office/drawing/2014/main" id="{DC859F0E-8DBE-773F-C375-4BC57DD4296A}"/>
                    </a:ext>
                  </a:extLst>
                </p:cNvPr>
                <p:cNvSpPr/>
                <p:nvPr/>
              </p:nvSpPr>
              <p:spPr>
                <a:xfrm>
                  <a:off x="9637887" y="5355369"/>
                  <a:ext cx="4788" cy="202359"/>
                </a:xfrm>
                <a:custGeom>
                  <a:avLst/>
                  <a:gdLst>
                    <a:gd name="connsiteX0" fmla="*/ 1 w 4788"/>
                    <a:gd name="connsiteY0" fmla="*/ 1 h 202359"/>
                    <a:gd name="connsiteX1" fmla="*/ 1 w 4788"/>
                    <a:gd name="connsiteY1" fmla="*/ 65267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65267"/>
                      </a:lnTo>
                      <a:lnTo>
                        <a:pt x="1" y="202360"/>
                      </a:lnTo>
                    </a:path>
                  </a:pathLst>
                </a:custGeom>
                <a:noFill/>
                <a:ln w="4785" cap="flat">
                  <a:solidFill>
                    <a:srgbClr val="000000"/>
                  </a:solid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68D9ABD1-2C97-55AA-E73C-D4CA9F38ED9C}"/>
                    </a:ext>
                  </a:extLst>
                </p:cNvPr>
                <p:cNvSpPr/>
                <p:nvPr/>
              </p:nvSpPr>
              <p:spPr>
                <a:xfrm>
                  <a:off x="9621127"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924EE8-C017-84F6-6CC7-ED3F01A76CB4}"/>
                    </a:ext>
                  </a:extLst>
                </p:cNvPr>
                <p:cNvSpPr/>
                <p:nvPr/>
              </p:nvSpPr>
              <p:spPr>
                <a:xfrm>
                  <a:off x="9621127"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4" name="Grafik 183">
                <a:extLst>
                  <a:ext uri="{FF2B5EF4-FFF2-40B4-BE49-F238E27FC236}">
                    <a16:creationId xmlns:a16="http://schemas.microsoft.com/office/drawing/2014/main" id="{FBAF98A5-219D-304F-642A-D2F49CA08912}"/>
                  </a:ext>
                </a:extLst>
              </p:cNvPr>
              <p:cNvPicPr>
                <a:picLocks noChangeAspect="1"/>
              </p:cNvPicPr>
              <p:nvPr/>
            </p:nvPicPr>
            <p:blipFill>
              <a:blip r:embed="rId3"/>
              <a:stretch>
                <a:fillRect/>
              </a:stretch>
            </p:blipFill>
            <p:spPr>
              <a:xfrm>
                <a:off x="9515782"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19" name="Grafik 1">
              <a:extLst>
                <a:ext uri="{FF2B5EF4-FFF2-40B4-BE49-F238E27FC236}">
                  <a16:creationId xmlns:a16="http://schemas.microsoft.com/office/drawing/2014/main" id="{64394CAA-5DFE-F108-CDBD-E109F525BCBB}"/>
                </a:ext>
              </a:extLst>
            </p:cNvPr>
            <p:cNvGrpSpPr/>
            <p:nvPr/>
          </p:nvGrpSpPr>
          <p:grpSpPr>
            <a:xfrm>
              <a:off x="9206928" y="5037561"/>
              <a:ext cx="574611" cy="287305"/>
              <a:chOff x="9206928" y="5037561"/>
              <a:chExt cx="574611" cy="287305"/>
            </a:xfrm>
            <a:solidFill>
              <a:srgbClr val="FFFFFF"/>
            </a:solidFill>
          </p:grpSpPr>
          <p:sp>
            <p:nvSpPr>
              <p:cNvPr id="181" name="Freihandform: Form 180">
                <a:extLst>
                  <a:ext uri="{FF2B5EF4-FFF2-40B4-BE49-F238E27FC236}">
                    <a16:creationId xmlns:a16="http://schemas.microsoft.com/office/drawing/2014/main" id="{0E26EA22-DDB6-B4EF-273E-D066703B8A68}"/>
                  </a:ext>
                </a:extLst>
              </p:cNvPr>
              <p:cNvSpPr/>
              <p:nvPr/>
            </p:nvSpPr>
            <p:spPr>
              <a:xfrm>
                <a:off x="9206928"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82" name="Grafik 181">
                <a:extLst>
                  <a:ext uri="{FF2B5EF4-FFF2-40B4-BE49-F238E27FC236}">
                    <a16:creationId xmlns:a16="http://schemas.microsoft.com/office/drawing/2014/main" id="{713CB2E6-CBF3-55C8-163B-2A0D57E6BF51}"/>
                  </a:ext>
                </a:extLst>
              </p:cNvPr>
              <p:cNvPicPr>
                <a:picLocks noChangeAspect="1"/>
              </p:cNvPicPr>
              <p:nvPr/>
            </p:nvPicPr>
            <p:blipFill>
              <a:blip r:embed="rId7"/>
              <a:stretch>
                <a:fillRect/>
              </a:stretch>
            </p:blipFill>
            <p:spPr>
              <a:xfrm>
                <a:off x="9209322"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20" name="Grafik 1">
              <a:extLst>
                <a:ext uri="{FF2B5EF4-FFF2-40B4-BE49-F238E27FC236}">
                  <a16:creationId xmlns:a16="http://schemas.microsoft.com/office/drawing/2014/main" id="{99CA004F-DB4A-2BFE-4610-685CC641FC9E}"/>
                </a:ext>
              </a:extLst>
            </p:cNvPr>
            <p:cNvGrpSpPr/>
            <p:nvPr/>
          </p:nvGrpSpPr>
          <p:grpSpPr>
            <a:xfrm>
              <a:off x="7052134" y="5164454"/>
              <a:ext cx="784728" cy="75417"/>
              <a:chOff x="7052134" y="5164454"/>
              <a:chExt cx="784728" cy="75417"/>
            </a:xfrm>
          </p:grpSpPr>
          <p:grpSp>
            <p:nvGrpSpPr>
              <p:cNvPr id="177" name="Grafik 1">
                <a:extLst>
                  <a:ext uri="{FF2B5EF4-FFF2-40B4-BE49-F238E27FC236}">
                    <a16:creationId xmlns:a16="http://schemas.microsoft.com/office/drawing/2014/main" id="{29F327AF-9733-6B46-2354-40B2E4F5C039}"/>
                  </a:ext>
                </a:extLst>
              </p:cNvPr>
              <p:cNvGrpSpPr/>
              <p:nvPr/>
            </p:nvGrpSpPr>
            <p:grpSpPr>
              <a:xfrm>
                <a:off x="7052134" y="5164454"/>
                <a:ext cx="784728" cy="33519"/>
                <a:chOff x="7052134" y="5164454"/>
                <a:chExt cx="784728" cy="33519"/>
              </a:xfrm>
            </p:grpSpPr>
            <p:sp>
              <p:nvSpPr>
                <p:cNvPr id="179" name="Freihandform: Form 178">
                  <a:extLst>
                    <a:ext uri="{FF2B5EF4-FFF2-40B4-BE49-F238E27FC236}">
                      <a16:creationId xmlns:a16="http://schemas.microsoft.com/office/drawing/2014/main" id="{CD8501BA-3BA0-C7EF-BE40-2896A8E1CB3B}"/>
                    </a:ext>
                  </a:extLst>
                </p:cNvPr>
                <p:cNvSpPr/>
                <p:nvPr/>
              </p:nvSpPr>
              <p:spPr>
                <a:xfrm>
                  <a:off x="7052134"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4A1D0489-C677-DCDE-C8DE-AE12D85C3546}"/>
                    </a:ext>
                  </a:extLst>
                </p:cNvPr>
                <p:cNvSpPr/>
                <p:nvPr/>
              </p:nvSpPr>
              <p:spPr>
                <a:xfrm>
                  <a:off x="7803343"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8" name="Grafik 177">
                <a:extLst>
                  <a:ext uri="{FF2B5EF4-FFF2-40B4-BE49-F238E27FC236}">
                    <a16:creationId xmlns:a16="http://schemas.microsoft.com/office/drawing/2014/main" id="{F17E7A00-A202-033A-227A-C029132973A7}"/>
                  </a:ext>
                </a:extLst>
              </p:cNvPr>
              <p:cNvPicPr>
                <a:picLocks noChangeAspect="1"/>
              </p:cNvPicPr>
              <p:nvPr/>
            </p:nvPicPr>
            <p:blipFill>
              <a:blip r:embed="rId2"/>
              <a:stretch>
                <a:fillRect/>
              </a:stretch>
            </p:blipFill>
            <p:spPr>
              <a:xfrm>
                <a:off x="7320286" y="516445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21" name="Grafik 1">
              <a:extLst>
                <a:ext uri="{FF2B5EF4-FFF2-40B4-BE49-F238E27FC236}">
                  <a16:creationId xmlns:a16="http://schemas.microsoft.com/office/drawing/2014/main" id="{2610CC7A-1988-803F-D637-60552063CE8F}"/>
                </a:ext>
              </a:extLst>
            </p:cNvPr>
            <p:cNvGrpSpPr/>
            <p:nvPr/>
          </p:nvGrpSpPr>
          <p:grpSpPr>
            <a:xfrm>
              <a:off x="5153520" y="5330230"/>
              <a:ext cx="268152" cy="252637"/>
              <a:chOff x="5153520" y="5330230"/>
              <a:chExt cx="268152" cy="252637"/>
            </a:xfrm>
          </p:grpSpPr>
          <p:grpSp>
            <p:nvGrpSpPr>
              <p:cNvPr id="172" name="Grafik 1">
                <a:extLst>
                  <a:ext uri="{FF2B5EF4-FFF2-40B4-BE49-F238E27FC236}">
                    <a16:creationId xmlns:a16="http://schemas.microsoft.com/office/drawing/2014/main" id="{34238C46-58EE-080A-91A9-4BAB3E9E8A8D}"/>
                  </a:ext>
                </a:extLst>
              </p:cNvPr>
              <p:cNvGrpSpPr/>
              <p:nvPr/>
            </p:nvGrpSpPr>
            <p:grpSpPr>
              <a:xfrm>
                <a:off x="5263654" y="5330230"/>
                <a:ext cx="33519" cy="252637"/>
                <a:chOff x="5263654" y="5330230"/>
                <a:chExt cx="33519" cy="252637"/>
              </a:xfrm>
            </p:grpSpPr>
            <p:sp>
              <p:nvSpPr>
                <p:cNvPr id="174" name="Freihandform: Form 173">
                  <a:extLst>
                    <a:ext uri="{FF2B5EF4-FFF2-40B4-BE49-F238E27FC236}">
                      <a16:creationId xmlns:a16="http://schemas.microsoft.com/office/drawing/2014/main" id="{9C7EEB09-F6C1-5006-35EF-D6D20F098587}"/>
                    </a:ext>
                  </a:extLst>
                </p:cNvPr>
                <p:cNvSpPr/>
                <p:nvPr/>
              </p:nvSpPr>
              <p:spPr>
                <a:xfrm>
                  <a:off x="5280414" y="5355369"/>
                  <a:ext cx="4788" cy="202359"/>
                </a:xfrm>
                <a:custGeom>
                  <a:avLst/>
                  <a:gdLst>
                    <a:gd name="connsiteX0" fmla="*/ 1 w 4788"/>
                    <a:gd name="connsiteY0" fmla="*/ 1 h 202359"/>
                    <a:gd name="connsiteX1" fmla="*/ 1 w 4788"/>
                    <a:gd name="connsiteY1" fmla="*/ 17383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17383"/>
                      </a:lnTo>
                      <a:lnTo>
                        <a:pt x="1" y="202360"/>
                      </a:lnTo>
                    </a:path>
                  </a:pathLst>
                </a:custGeom>
                <a:noFill/>
                <a:ln w="4785" cap="flat">
                  <a:solidFill>
                    <a:srgbClr val="000000"/>
                  </a:solid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498C895-9570-EC76-F6F3-1C7BDBF02824}"/>
                    </a:ext>
                  </a:extLst>
                </p:cNvPr>
                <p:cNvSpPr/>
                <p:nvPr/>
              </p:nvSpPr>
              <p:spPr>
                <a:xfrm>
                  <a:off x="5263654"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ECF52437-1E94-62E3-7581-1A57D350483E}"/>
                    </a:ext>
                  </a:extLst>
                </p:cNvPr>
                <p:cNvSpPr/>
                <p:nvPr/>
              </p:nvSpPr>
              <p:spPr>
                <a:xfrm>
                  <a:off x="5263654"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3" name="Grafik 172">
                <a:extLst>
                  <a:ext uri="{FF2B5EF4-FFF2-40B4-BE49-F238E27FC236}">
                    <a16:creationId xmlns:a16="http://schemas.microsoft.com/office/drawing/2014/main" id="{D84DD7A8-0AC3-7DE5-E617-38071628F44A}"/>
                  </a:ext>
                </a:extLst>
              </p:cNvPr>
              <p:cNvPicPr>
                <a:picLocks noChangeAspect="1"/>
              </p:cNvPicPr>
              <p:nvPr/>
            </p:nvPicPr>
            <p:blipFill>
              <a:blip r:embed="rId3"/>
              <a:stretch>
                <a:fillRect/>
              </a:stretch>
            </p:blipFill>
            <p:spPr>
              <a:xfrm>
                <a:off x="5153520"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22" name="Grafik 1">
              <a:extLst>
                <a:ext uri="{FF2B5EF4-FFF2-40B4-BE49-F238E27FC236}">
                  <a16:creationId xmlns:a16="http://schemas.microsoft.com/office/drawing/2014/main" id="{86816BF7-4EBC-D08A-96D2-CE532CC31C98}"/>
                </a:ext>
              </a:extLst>
            </p:cNvPr>
            <p:cNvGrpSpPr/>
            <p:nvPr/>
          </p:nvGrpSpPr>
          <p:grpSpPr>
            <a:xfrm>
              <a:off x="5136761" y="5037561"/>
              <a:ext cx="574611" cy="287305"/>
              <a:chOff x="5136761" y="5037561"/>
              <a:chExt cx="574611" cy="287305"/>
            </a:xfrm>
            <a:solidFill>
              <a:srgbClr val="FFFFFF"/>
            </a:solidFill>
          </p:grpSpPr>
          <p:sp>
            <p:nvSpPr>
              <p:cNvPr id="170" name="Freihandform: Form 169">
                <a:extLst>
                  <a:ext uri="{FF2B5EF4-FFF2-40B4-BE49-F238E27FC236}">
                    <a16:creationId xmlns:a16="http://schemas.microsoft.com/office/drawing/2014/main" id="{56B7E7FD-9563-5224-4757-199974513732}"/>
                  </a:ext>
                </a:extLst>
              </p:cNvPr>
              <p:cNvSpPr/>
              <p:nvPr/>
            </p:nvSpPr>
            <p:spPr>
              <a:xfrm>
                <a:off x="5136761"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71" name="Grafik 170">
                <a:extLst>
                  <a:ext uri="{FF2B5EF4-FFF2-40B4-BE49-F238E27FC236}">
                    <a16:creationId xmlns:a16="http://schemas.microsoft.com/office/drawing/2014/main" id="{32F7D86E-073E-3AF4-4C33-4D0A15D6D12E}"/>
                  </a:ext>
                </a:extLst>
              </p:cNvPr>
              <p:cNvPicPr>
                <a:picLocks noChangeAspect="1"/>
              </p:cNvPicPr>
              <p:nvPr/>
            </p:nvPicPr>
            <p:blipFill>
              <a:blip r:embed="rId8"/>
              <a:stretch>
                <a:fillRect/>
              </a:stretch>
            </p:blipFill>
            <p:spPr>
              <a:xfrm>
                <a:off x="5139155"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23" name="Grafik 1">
              <a:extLst>
                <a:ext uri="{FF2B5EF4-FFF2-40B4-BE49-F238E27FC236}">
                  <a16:creationId xmlns:a16="http://schemas.microsoft.com/office/drawing/2014/main" id="{FCCF989B-8100-57A4-BAC1-2A8CD0C0218A}"/>
                </a:ext>
              </a:extLst>
            </p:cNvPr>
            <p:cNvGrpSpPr/>
            <p:nvPr/>
          </p:nvGrpSpPr>
          <p:grpSpPr>
            <a:xfrm>
              <a:off x="5711373" y="5154878"/>
              <a:ext cx="760786" cy="75417"/>
              <a:chOff x="5711373" y="5154878"/>
              <a:chExt cx="760786" cy="75417"/>
            </a:xfrm>
          </p:grpSpPr>
          <p:grpSp>
            <p:nvGrpSpPr>
              <p:cNvPr id="166" name="Grafik 1">
                <a:extLst>
                  <a:ext uri="{FF2B5EF4-FFF2-40B4-BE49-F238E27FC236}">
                    <a16:creationId xmlns:a16="http://schemas.microsoft.com/office/drawing/2014/main" id="{B2D4B1D7-ADC5-EFAF-ABBB-39A59630AADD}"/>
                  </a:ext>
                </a:extLst>
              </p:cNvPr>
              <p:cNvGrpSpPr/>
              <p:nvPr/>
            </p:nvGrpSpPr>
            <p:grpSpPr>
              <a:xfrm>
                <a:off x="5711373" y="5164454"/>
                <a:ext cx="760786" cy="33519"/>
                <a:chOff x="5711373" y="5164454"/>
                <a:chExt cx="760786" cy="33519"/>
              </a:xfrm>
            </p:grpSpPr>
            <p:sp>
              <p:nvSpPr>
                <p:cNvPr id="168" name="Freihandform: Form 167">
                  <a:extLst>
                    <a:ext uri="{FF2B5EF4-FFF2-40B4-BE49-F238E27FC236}">
                      <a16:creationId xmlns:a16="http://schemas.microsoft.com/office/drawing/2014/main" id="{5DBE0828-3737-42DD-3205-742C9C93ECA3}"/>
                    </a:ext>
                  </a:extLst>
                </p:cNvPr>
                <p:cNvSpPr/>
                <p:nvPr/>
              </p:nvSpPr>
              <p:spPr>
                <a:xfrm>
                  <a:off x="5711373" y="5181214"/>
                  <a:ext cx="735646" cy="4788"/>
                </a:xfrm>
                <a:custGeom>
                  <a:avLst/>
                  <a:gdLst>
                    <a:gd name="connsiteX0" fmla="*/ 1 w 735646"/>
                    <a:gd name="connsiteY0" fmla="*/ 1 h 4788"/>
                    <a:gd name="connsiteX1" fmla="*/ 735647 w 735646"/>
                    <a:gd name="connsiteY1" fmla="*/ 1 h 4788"/>
                  </a:gdLst>
                  <a:ahLst/>
                  <a:cxnLst>
                    <a:cxn ang="0">
                      <a:pos x="connsiteX0" y="connsiteY0"/>
                    </a:cxn>
                    <a:cxn ang="0">
                      <a:pos x="connsiteX1" y="connsiteY1"/>
                    </a:cxn>
                  </a:cxnLst>
                  <a:rect l="l" t="t" r="r" b="b"/>
                  <a:pathLst>
                    <a:path w="735646" h="4788">
                      <a:moveTo>
                        <a:pt x="1" y="1"/>
                      </a:moveTo>
                      <a:lnTo>
                        <a:pt x="735647" y="1"/>
                      </a:lnTo>
                    </a:path>
                  </a:pathLst>
                </a:custGeom>
                <a:noFill/>
                <a:ln w="4785" cap="flat">
                  <a:solidFill>
                    <a:srgbClr val="000000"/>
                  </a:solid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0E99FD3-3AFF-CAA4-BE2F-977E9E963573}"/>
                    </a:ext>
                  </a:extLst>
                </p:cNvPr>
                <p:cNvSpPr/>
                <p:nvPr/>
              </p:nvSpPr>
              <p:spPr>
                <a:xfrm>
                  <a:off x="6438640"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67" name="Grafik 166">
                <a:extLst>
                  <a:ext uri="{FF2B5EF4-FFF2-40B4-BE49-F238E27FC236}">
                    <a16:creationId xmlns:a16="http://schemas.microsoft.com/office/drawing/2014/main" id="{AFA8E9B9-DAF6-8EC5-90A4-AF6AA69456EC}"/>
                  </a:ext>
                </a:extLst>
              </p:cNvPr>
              <p:cNvPicPr>
                <a:picLocks noChangeAspect="1"/>
              </p:cNvPicPr>
              <p:nvPr/>
            </p:nvPicPr>
            <p:blipFill>
              <a:blip r:embed="rId2"/>
              <a:stretch>
                <a:fillRect/>
              </a:stretch>
            </p:blipFill>
            <p:spPr>
              <a:xfrm>
                <a:off x="5969948" y="5154878"/>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24" name="Grafik 1">
              <a:extLst>
                <a:ext uri="{FF2B5EF4-FFF2-40B4-BE49-F238E27FC236}">
                  <a16:creationId xmlns:a16="http://schemas.microsoft.com/office/drawing/2014/main" id="{18C6E145-DD75-7B33-A5BA-D9EE700A227F}"/>
                </a:ext>
              </a:extLst>
            </p:cNvPr>
            <p:cNvGrpSpPr/>
            <p:nvPr/>
          </p:nvGrpSpPr>
          <p:grpSpPr>
            <a:xfrm>
              <a:off x="5646729" y="5324867"/>
              <a:ext cx="926561" cy="633270"/>
              <a:chOff x="5646729" y="5324867"/>
              <a:chExt cx="926561" cy="633270"/>
            </a:xfrm>
          </p:grpSpPr>
          <p:grpSp>
            <p:nvGrpSpPr>
              <p:cNvPr id="162" name="Grafik 1">
                <a:extLst>
                  <a:ext uri="{FF2B5EF4-FFF2-40B4-BE49-F238E27FC236}">
                    <a16:creationId xmlns:a16="http://schemas.microsoft.com/office/drawing/2014/main" id="{9AA5292F-C46E-7526-4862-7A355E7F8001}"/>
                  </a:ext>
                </a:extLst>
              </p:cNvPr>
              <p:cNvGrpSpPr/>
              <p:nvPr/>
            </p:nvGrpSpPr>
            <p:grpSpPr>
              <a:xfrm>
                <a:off x="5646729" y="5324867"/>
                <a:ext cx="926561" cy="574611"/>
                <a:chOff x="5646729" y="5324867"/>
                <a:chExt cx="926561" cy="574611"/>
              </a:xfrm>
            </p:grpSpPr>
            <p:sp>
              <p:nvSpPr>
                <p:cNvPr id="164" name="Freihandform: Form 163">
                  <a:extLst>
                    <a:ext uri="{FF2B5EF4-FFF2-40B4-BE49-F238E27FC236}">
                      <a16:creationId xmlns:a16="http://schemas.microsoft.com/office/drawing/2014/main" id="{00E82D35-75C1-BBCC-D495-D303F13D9963}"/>
                    </a:ext>
                  </a:extLst>
                </p:cNvPr>
                <p:cNvSpPr/>
                <p:nvPr/>
              </p:nvSpPr>
              <p:spPr>
                <a:xfrm>
                  <a:off x="5663488" y="5324867"/>
                  <a:ext cx="909802" cy="574611"/>
                </a:xfrm>
                <a:custGeom>
                  <a:avLst/>
                  <a:gdLst>
                    <a:gd name="connsiteX0" fmla="*/ 909803 w 909802"/>
                    <a:gd name="connsiteY0" fmla="*/ 1 h 574611"/>
                    <a:gd name="connsiteX1" fmla="*/ 909803 w 909802"/>
                    <a:gd name="connsiteY1" fmla="*/ 574612 h 574611"/>
                    <a:gd name="connsiteX2" fmla="*/ 1 w 909802"/>
                    <a:gd name="connsiteY2" fmla="*/ 574612 h 574611"/>
                    <a:gd name="connsiteX3" fmla="*/ 1 w 909802"/>
                    <a:gd name="connsiteY3" fmla="*/ 30503 h 574611"/>
                  </a:gdLst>
                  <a:ahLst/>
                  <a:cxnLst>
                    <a:cxn ang="0">
                      <a:pos x="connsiteX0" y="connsiteY0"/>
                    </a:cxn>
                    <a:cxn ang="0">
                      <a:pos x="connsiteX1" y="connsiteY1"/>
                    </a:cxn>
                    <a:cxn ang="0">
                      <a:pos x="connsiteX2" y="connsiteY2"/>
                    </a:cxn>
                    <a:cxn ang="0">
                      <a:pos x="connsiteX3" y="connsiteY3"/>
                    </a:cxn>
                  </a:cxnLst>
                  <a:rect l="l" t="t" r="r" b="b"/>
                  <a:pathLst>
                    <a:path w="909802" h="574611">
                      <a:moveTo>
                        <a:pt x="909803" y="1"/>
                      </a:moveTo>
                      <a:lnTo>
                        <a:pt x="909803" y="574612"/>
                      </a:lnTo>
                      <a:lnTo>
                        <a:pt x="1" y="574612"/>
                      </a:lnTo>
                      <a:lnTo>
                        <a:pt x="1" y="30503"/>
                      </a:lnTo>
                    </a:path>
                  </a:pathLst>
                </a:custGeom>
                <a:noFill/>
                <a:ln w="4785" cap="flat">
                  <a:solidFill>
                    <a:srgbClr val="000000"/>
                  </a:solidFill>
                  <a:prstDash val="solid"/>
                  <a:miter/>
                </a:ln>
              </p:spPr>
              <p:txBody>
                <a:bodyPr rtlCol="0" anchor="ctr"/>
                <a:lstStyle/>
                <a:p>
                  <a:endParaRPr lang="de-DE"/>
                </a:p>
              </p:txBody>
            </p:sp>
            <p:sp>
              <p:nvSpPr>
                <p:cNvPr id="165" name="Freihandform: Form 164">
                  <a:extLst>
                    <a:ext uri="{FF2B5EF4-FFF2-40B4-BE49-F238E27FC236}">
                      <a16:creationId xmlns:a16="http://schemas.microsoft.com/office/drawing/2014/main" id="{A9EF2EC7-4775-8505-7D0B-2808E1B51188}"/>
                    </a:ext>
                  </a:extLst>
                </p:cNvPr>
                <p:cNvSpPr/>
                <p:nvPr/>
              </p:nvSpPr>
              <p:spPr>
                <a:xfrm>
                  <a:off x="5646729"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63" name="Grafik 162">
                <a:extLst>
                  <a:ext uri="{FF2B5EF4-FFF2-40B4-BE49-F238E27FC236}">
                    <a16:creationId xmlns:a16="http://schemas.microsoft.com/office/drawing/2014/main" id="{C9E547E3-3B95-687C-4155-46EC3BD53303}"/>
                  </a:ext>
                </a:extLst>
              </p:cNvPr>
              <p:cNvPicPr>
                <a:picLocks noChangeAspect="1"/>
              </p:cNvPicPr>
              <p:nvPr/>
            </p:nvPicPr>
            <p:blipFill>
              <a:blip r:embed="rId9"/>
              <a:stretch>
                <a:fillRect/>
              </a:stretch>
            </p:blipFill>
            <p:spPr>
              <a:xfrm>
                <a:off x="5941218" y="5882719"/>
                <a:ext cx="493208" cy="75417"/>
              </a:xfrm>
              <a:custGeom>
                <a:avLst/>
                <a:gdLst>
                  <a:gd name="connsiteX0" fmla="*/ 0 w 493208"/>
                  <a:gd name="connsiteY0" fmla="*/ 0 h 75417"/>
                  <a:gd name="connsiteX1" fmla="*/ 493209 w 493208"/>
                  <a:gd name="connsiteY1" fmla="*/ 0 h 75417"/>
                  <a:gd name="connsiteX2" fmla="*/ 493209 w 493208"/>
                  <a:gd name="connsiteY2" fmla="*/ 75418 h 75417"/>
                  <a:gd name="connsiteX3" fmla="*/ 0 w 493208"/>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93208" h="75417">
                    <a:moveTo>
                      <a:pt x="0" y="0"/>
                    </a:moveTo>
                    <a:lnTo>
                      <a:pt x="493209" y="0"/>
                    </a:lnTo>
                    <a:lnTo>
                      <a:pt x="493209" y="75418"/>
                    </a:lnTo>
                    <a:lnTo>
                      <a:pt x="0" y="75418"/>
                    </a:lnTo>
                    <a:close/>
                  </a:path>
                </a:pathLst>
              </a:custGeom>
            </p:spPr>
          </p:pic>
        </p:grpSp>
        <p:grpSp>
          <p:nvGrpSpPr>
            <p:cNvPr id="125" name="Grafik 1">
              <a:extLst>
                <a:ext uri="{FF2B5EF4-FFF2-40B4-BE49-F238E27FC236}">
                  <a16:creationId xmlns:a16="http://schemas.microsoft.com/office/drawing/2014/main" id="{3C122872-82F8-32FE-E1BE-566F1069870D}"/>
                </a:ext>
              </a:extLst>
            </p:cNvPr>
            <p:cNvGrpSpPr/>
            <p:nvPr/>
          </p:nvGrpSpPr>
          <p:grpSpPr>
            <a:xfrm>
              <a:off x="6633146" y="5330230"/>
              <a:ext cx="268152" cy="228695"/>
              <a:chOff x="6633146" y="5330230"/>
              <a:chExt cx="268152" cy="228695"/>
            </a:xfrm>
          </p:grpSpPr>
          <p:grpSp>
            <p:nvGrpSpPr>
              <p:cNvPr id="157" name="Grafik 1">
                <a:extLst>
                  <a:ext uri="{FF2B5EF4-FFF2-40B4-BE49-F238E27FC236}">
                    <a16:creationId xmlns:a16="http://schemas.microsoft.com/office/drawing/2014/main" id="{139B07D3-B34F-04D8-75D3-E03162765286}"/>
                  </a:ext>
                </a:extLst>
              </p:cNvPr>
              <p:cNvGrpSpPr/>
              <p:nvPr/>
            </p:nvGrpSpPr>
            <p:grpSpPr>
              <a:xfrm>
                <a:off x="6748068" y="5330230"/>
                <a:ext cx="33519" cy="228695"/>
                <a:chOff x="6748068" y="5330230"/>
                <a:chExt cx="33519" cy="228695"/>
              </a:xfrm>
            </p:grpSpPr>
            <p:sp>
              <p:nvSpPr>
                <p:cNvPr id="159" name="Freihandform: Form 158">
                  <a:extLst>
                    <a:ext uri="{FF2B5EF4-FFF2-40B4-BE49-F238E27FC236}">
                      <a16:creationId xmlns:a16="http://schemas.microsoft.com/office/drawing/2014/main" id="{A4E2C3CC-CB93-3777-9C2D-B59C429A5ECD}"/>
                    </a:ext>
                  </a:extLst>
                </p:cNvPr>
                <p:cNvSpPr/>
                <p:nvPr/>
              </p:nvSpPr>
              <p:spPr>
                <a:xfrm>
                  <a:off x="6764828" y="5355369"/>
                  <a:ext cx="4788" cy="178417"/>
                </a:xfrm>
                <a:custGeom>
                  <a:avLst/>
                  <a:gdLst>
                    <a:gd name="connsiteX0" fmla="*/ 1 w 4788"/>
                    <a:gd name="connsiteY0" fmla="*/ 1 h 178417"/>
                    <a:gd name="connsiteX1" fmla="*/ 1 w 4788"/>
                    <a:gd name="connsiteY1" fmla="*/ 178418 h 178417"/>
                  </a:gdLst>
                  <a:ahLst/>
                  <a:cxnLst>
                    <a:cxn ang="0">
                      <a:pos x="connsiteX0" y="connsiteY0"/>
                    </a:cxn>
                    <a:cxn ang="0">
                      <a:pos x="connsiteX1" y="connsiteY1"/>
                    </a:cxn>
                  </a:cxnLst>
                  <a:rect l="l" t="t" r="r" b="b"/>
                  <a:pathLst>
                    <a:path w="4788" h="178417">
                      <a:moveTo>
                        <a:pt x="1" y="1"/>
                      </a:moveTo>
                      <a:lnTo>
                        <a:pt x="1" y="178418"/>
                      </a:lnTo>
                    </a:path>
                  </a:pathLst>
                </a:custGeom>
                <a:noFill/>
                <a:ln w="4785" cap="flat">
                  <a:solidFill>
                    <a:srgbClr val="000000"/>
                  </a:solid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47BF2B21-9CE0-A718-55F9-F0C3ABFEC099}"/>
                    </a:ext>
                  </a:extLst>
                </p:cNvPr>
                <p:cNvSpPr/>
                <p:nvPr/>
              </p:nvSpPr>
              <p:spPr>
                <a:xfrm>
                  <a:off x="6748068"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4C2E659F-1007-A70B-5F35-B807457BEADD}"/>
                    </a:ext>
                  </a:extLst>
                </p:cNvPr>
                <p:cNvSpPr/>
                <p:nvPr/>
              </p:nvSpPr>
              <p:spPr>
                <a:xfrm>
                  <a:off x="6748068" y="5525406"/>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58" name="Grafik 157">
                <a:extLst>
                  <a:ext uri="{FF2B5EF4-FFF2-40B4-BE49-F238E27FC236}">
                    <a16:creationId xmlns:a16="http://schemas.microsoft.com/office/drawing/2014/main" id="{A73FABA7-DD8D-865D-4FAD-E9B666878FF8}"/>
                  </a:ext>
                </a:extLst>
              </p:cNvPr>
              <p:cNvPicPr>
                <a:picLocks noChangeAspect="1"/>
              </p:cNvPicPr>
              <p:nvPr/>
            </p:nvPicPr>
            <p:blipFill>
              <a:blip r:embed="rId3"/>
              <a:stretch>
                <a:fillRect/>
              </a:stretch>
            </p:blipFill>
            <p:spPr>
              <a:xfrm>
                <a:off x="6633146" y="5396693"/>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26" name="Grafik 1">
              <a:extLst>
                <a:ext uri="{FF2B5EF4-FFF2-40B4-BE49-F238E27FC236}">
                  <a16:creationId xmlns:a16="http://schemas.microsoft.com/office/drawing/2014/main" id="{2101F426-C496-1C0F-B44F-B1E26CD9AD12}"/>
                </a:ext>
              </a:extLst>
            </p:cNvPr>
            <p:cNvGrpSpPr/>
            <p:nvPr/>
          </p:nvGrpSpPr>
          <p:grpSpPr>
            <a:xfrm>
              <a:off x="6477522" y="5037561"/>
              <a:ext cx="574611" cy="287305"/>
              <a:chOff x="6477522" y="5037561"/>
              <a:chExt cx="574611" cy="287305"/>
            </a:xfrm>
            <a:solidFill>
              <a:srgbClr val="FFFFFF"/>
            </a:solidFill>
          </p:grpSpPr>
          <p:sp>
            <p:nvSpPr>
              <p:cNvPr id="155" name="Freihandform: Form 154">
                <a:extLst>
                  <a:ext uri="{FF2B5EF4-FFF2-40B4-BE49-F238E27FC236}">
                    <a16:creationId xmlns:a16="http://schemas.microsoft.com/office/drawing/2014/main" id="{F5772434-3709-B223-D22B-9D72CF119AC9}"/>
                  </a:ext>
                </a:extLst>
              </p:cNvPr>
              <p:cNvSpPr/>
              <p:nvPr/>
            </p:nvSpPr>
            <p:spPr>
              <a:xfrm>
                <a:off x="6477522"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56" name="Grafik 155">
                <a:extLst>
                  <a:ext uri="{FF2B5EF4-FFF2-40B4-BE49-F238E27FC236}">
                    <a16:creationId xmlns:a16="http://schemas.microsoft.com/office/drawing/2014/main" id="{D58728A2-96D4-28F6-5545-BC5AA2BDB206}"/>
                  </a:ext>
                </a:extLst>
              </p:cNvPr>
              <p:cNvPicPr>
                <a:picLocks noChangeAspect="1"/>
              </p:cNvPicPr>
              <p:nvPr/>
            </p:nvPicPr>
            <p:blipFill>
              <a:blip r:embed="rId10"/>
              <a:stretch>
                <a:fillRect/>
              </a:stretch>
            </p:blipFill>
            <p:spPr>
              <a:xfrm>
                <a:off x="6479916"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27" name="Grafik 1">
              <a:extLst>
                <a:ext uri="{FF2B5EF4-FFF2-40B4-BE49-F238E27FC236}">
                  <a16:creationId xmlns:a16="http://schemas.microsoft.com/office/drawing/2014/main" id="{D893FF1F-71DC-0537-5F4C-2DC8524330A0}"/>
                </a:ext>
              </a:extLst>
            </p:cNvPr>
            <p:cNvGrpSpPr/>
            <p:nvPr/>
          </p:nvGrpSpPr>
          <p:grpSpPr>
            <a:xfrm>
              <a:off x="4969166" y="4865177"/>
              <a:ext cx="311248" cy="143652"/>
              <a:chOff x="4969166" y="4865177"/>
              <a:chExt cx="311248" cy="143652"/>
            </a:xfrm>
            <a:noFill/>
          </p:grpSpPr>
          <p:sp>
            <p:nvSpPr>
              <p:cNvPr id="153" name="Freihandform: Form 152">
                <a:extLst>
                  <a:ext uri="{FF2B5EF4-FFF2-40B4-BE49-F238E27FC236}">
                    <a16:creationId xmlns:a16="http://schemas.microsoft.com/office/drawing/2014/main" id="{1ABAFD04-3883-2056-5A85-608992339D6B}"/>
                  </a:ext>
                </a:extLst>
              </p:cNvPr>
              <p:cNvSpPr/>
              <p:nvPr/>
            </p:nvSpPr>
            <p:spPr>
              <a:xfrm>
                <a:off x="4969166" y="4865177"/>
                <a:ext cx="311248" cy="143652"/>
              </a:xfrm>
              <a:custGeom>
                <a:avLst/>
                <a:gdLst>
                  <a:gd name="connsiteX0" fmla="*/ 1 w 311248"/>
                  <a:gd name="connsiteY0" fmla="*/ 1 h 143652"/>
                  <a:gd name="connsiteX1" fmla="*/ 311249 w 311248"/>
                  <a:gd name="connsiteY1" fmla="*/ 1 h 143652"/>
                  <a:gd name="connsiteX2" fmla="*/ 311249 w 311248"/>
                  <a:gd name="connsiteY2" fmla="*/ 143653 h 143652"/>
                  <a:gd name="connsiteX3" fmla="*/ 1 w 311248"/>
                  <a:gd name="connsiteY3" fmla="*/ 143653 h 143652"/>
                </a:gdLst>
                <a:ahLst/>
                <a:cxnLst>
                  <a:cxn ang="0">
                    <a:pos x="connsiteX0" y="connsiteY0"/>
                  </a:cxn>
                  <a:cxn ang="0">
                    <a:pos x="connsiteX1" y="connsiteY1"/>
                  </a:cxn>
                  <a:cxn ang="0">
                    <a:pos x="connsiteX2" y="connsiteY2"/>
                  </a:cxn>
                  <a:cxn ang="0">
                    <a:pos x="connsiteX3" y="connsiteY3"/>
                  </a:cxn>
                </a:cxnLst>
                <a:rect l="l" t="t" r="r" b="b"/>
                <a:pathLst>
                  <a:path w="311248" h="143652">
                    <a:moveTo>
                      <a:pt x="1" y="1"/>
                    </a:moveTo>
                    <a:lnTo>
                      <a:pt x="311249" y="1"/>
                    </a:lnTo>
                    <a:lnTo>
                      <a:pt x="311249" y="143653"/>
                    </a:lnTo>
                    <a:lnTo>
                      <a:pt x="1" y="143653"/>
                    </a:lnTo>
                    <a:close/>
                  </a:path>
                </a:pathLst>
              </a:custGeom>
              <a:noFill/>
              <a:ln w="4785" cap="flat">
                <a:noFill/>
                <a:prstDash val="solid"/>
                <a:miter/>
              </a:ln>
            </p:spPr>
            <p:txBody>
              <a:bodyPr rtlCol="0" anchor="ctr"/>
              <a:lstStyle/>
              <a:p>
                <a:endParaRPr lang="de-DE"/>
              </a:p>
            </p:txBody>
          </p:sp>
          <p:pic>
            <p:nvPicPr>
              <p:cNvPr id="154" name="Grafik 153">
                <a:extLst>
                  <a:ext uri="{FF2B5EF4-FFF2-40B4-BE49-F238E27FC236}">
                    <a16:creationId xmlns:a16="http://schemas.microsoft.com/office/drawing/2014/main" id="{C4031FFE-DAE5-CC3C-1651-D99D2C6BDC95}"/>
                  </a:ext>
                </a:extLst>
              </p:cNvPr>
              <p:cNvPicPr>
                <a:picLocks noChangeAspect="1"/>
              </p:cNvPicPr>
              <p:nvPr/>
            </p:nvPicPr>
            <p:blipFill>
              <a:blip r:embed="rId11"/>
              <a:stretch>
                <a:fillRect/>
              </a:stretch>
            </p:blipFill>
            <p:spPr>
              <a:xfrm>
                <a:off x="4971560" y="4903485"/>
                <a:ext cx="301671" cy="81403"/>
              </a:xfrm>
              <a:custGeom>
                <a:avLst/>
                <a:gdLst>
                  <a:gd name="connsiteX0" fmla="*/ 0 w 301671"/>
                  <a:gd name="connsiteY0" fmla="*/ 0 h 81403"/>
                  <a:gd name="connsiteX1" fmla="*/ 301671 w 301671"/>
                  <a:gd name="connsiteY1" fmla="*/ 0 h 81403"/>
                  <a:gd name="connsiteX2" fmla="*/ 301671 w 301671"/>
                  <a:gd name="connsiteY2" fmla="*/ 81403 h 81403"/>
                  <a:gd name="connsiteX3" fmla="*/ 0 w 301671"/>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01671" h="81403">
                    <a:moveTo>
                      <a:pt x="0" y="0"/>
                    </a:moveTo>
                    <a:lnTo>
                      <a:pt x="301671" y="0"/>
                    </a:lnTo>
                    <a:lnTo>
                      <a:pt x="301671" y="81403"/>
                    </a:lnTo>
                    <a:lnTo>
                      <a:pt x="0" y="81403"/>
                    </a:lnTo>
                    <a:close/>
                  </a:path>
                </a:pathLst>
              </a:custGeom>
            </p:spPr>
          </p:pic>
        </p:grpSp>
        <p:grpSp>
          <p:nvGrpSpPr>
            <p:cNvPr id="128" name="Grafik 1">
              <a:extLst>
                <a:ext uri="{FF2B5EF4-FFF2-40B4-BE49-F238E27FC236}">
                  <a16:creationId xmlns:a16="http://schemas.microsoft.com/office/drawing/2014/main" id="{797D625F-D202-35C1-7821-B14857D88992}"/>
                </a:ext>
              </a:extLst>
            </p:cNvPr>
            <p:cNvGrpSpPr/>
            <p:nvPr/>
          </p:nvGrpSpPr>
          <p:grpSpPr>
            <a:xfrm>
              <a:off x="5136761" y="5588231"/>
              <a:ext cx="287305" cy="383074"/>
              <a:chOff x="5136761" y="5588231"/>
              <a:chExt cx="287305" cy="383074"/>
            </a:xfrm>
          </p:grpSpPr>
          <p:grpSp>
            <p:nvGrpSpPr>
              <p:cNvPr id="149" name="Grafik 1">
                <a:extLst>
                  <a:ext uri="{FF2B5EF4-FFF2-40B4-BE49-F238E27FC236}">
                    <a16:creationId xmlns:a16="http://schemas.microsoft.com/office/drawing/2014/main" id="{56F96A8C-7149-4D22-570E-4D8BEFE0880B}"/>
                  </a:ext>
                </a:extLst>
              </p:cNvPr>
              <p:cNvGrpSpPr/>
              <p:nvPr/>
            </p:nvGrpSpPr>
            <p:grpSpPr>
              <a:xfrm>
                <a:off x="5136761" y="5588231"/>
                <a:ext cx="287305" cy="383074"/>
                <a:chOff x="5136761" y="5588231"/>
                <a:chExt cx="287305" cy="383074"/>
              </a:xfrm>
            </p:grpSpPr>
            <p:sp>
              <p:nvSpPr>
                <p:cNvPr id="151" name="Freihandform: Form 150">
                  <a:extLst>
                    <a:ext uri="{FF2B5EF4-FFF2-40B4-BE49-F238E27FC236}">
                      <a16:creationId xmlns:a16="http://schemas.microsoft.com/office/drawing/2014/main" id="{0D97BD0F-3422-F30A-5974-6BAE7CC73C00}"/>
                    </a:ext>
                  </a:extLst>
                </p:cNvPr>
                <p:cNvSpPr/>
                <p:nvPr/>
              </p:nvSpPr>
              <p:spPr>
                <a:xfrm>
                  <a:off x="5136761"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2895560D-18CC-4D65-8892-B6C0A73E33F5}"/>
                    </a:ext>
                  </a:extLst>
                </p:cNvPr>
                <p:cNvSpPr/>
                <p:nvPr/>
              </p:nvSpPr>
              <p:spPr>
                <a:xfrm>
                  <a:off x="5136761"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50" name="Grafik 149">
                <a:extLst>
                  <a:ext uri="{FF2B5EF4-FFF2-40B4-BE49-F238E27FC236}">
                    <a16:creationId xmlns:a16="http://schemas.microsoft.com/office/drawing/2014/main" id="{82E0465D-D054-D275-3B86-FEE7BEF329E2}"/>
                  </a:ext>
                </a:extLst>
              </p:cNvPr>
              <p:cNvPicPr>
                <a:picLocks noChangeAspect="1"/>
              </p:cNvPicPr>
              <p:nvPr/>
            </p:nvPicPr>
            <p:blipFill>
              <a:blip r:embed="rId12"/>
              <a:stretch>
                <a:fillRect/>
              </a:stretch>
            </p:blipFill>
            <p:spPr>
              <a:xfrm>
                <a:off x="5139155" y="5739066"/>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129" name="Grafik 1">
              <a:extLst>
                <a:ext uri="{FF2B5EF4-FFF2-40B4-BE49-F238E27FC236}">
                  <a16:creationId xmlns:a16="http://schemas.microsoft.com/office/drawing/2014/main" id="{F926CAED-1696-3408-C1D0-186275C95412}"/>
                </a:ext>
              </a:extLst>
            </p:cNvPr>
            <p:cNvGrpSpPr/>
            <p:nvPr/>
          </p:nvGrpSpPr>
          <p:grpSpPr>
            <a:xfrm>
              <a:off x="6621175" y="5564288"/>
              <a:ext cx="287305" cy="383074"/>
              <a:chOff x="6621175" y="5564288"/>
              <a:chExt cx="287305" cy="383074"/>
            </a:xfrm>
          </p:grpSpPr>
          <p:grpSp>
            <p:nvGrpSpPr>
              <p:cNvPr id="145" name="Grafik 1">
                <a:extLst>
                  <a:ext uri="{FF2B5EF4-FFF2-40B4-BE49-F238E27FC236}">
                    <a16:creationId xmlns:a16="http://schemas.microsoft.com/office/drawing/2014/main" id="{D0858D70-C138-AD3F-7642-4754B34B7523}"/>
                  </a:ext>
                </a:extLst>
              </p:cNvPr>
              <p:cNvGrpSpPr/>
              <p:nvPr/>
            </p:nvGrpSpPr>
            <p:grpSpPr>
              <a:xfrm>
                <a:off x="6621175" y="5564288"/>
                <a:ext cx="287305" cy="383074"/>
                <a:chOff x="6621175" y="5564288"/>
                <a:chExt cx="287305" cy="383074"/>
              </a:xfrm>
            </p:grpSpPr>
            <p:sp>
              <p:nvSpPr>
                <p:cNvPr id="147" name="Freihandform: Form 146">
                  <a:extLst>
                    <a:ext uri="{FF2B5EF4-FFF2-40B4-BE49-F238E27FC236}">
                      <a16:creationId xmlns:a16="http://schemas.microsoft.com/office/drawing/2014/main" id="{88E01EE5-A5CE-A6A6-B31F-2579E9E60A80}"/>
                    </a:ext>
                  </a:extLst>
                </p:cNvPr>
                <p:cNvSpPr/>
                <p:nvPr/>
              </p:nvSpPr>
              <p:spPr>
                <a:xfrm>
                  <a:off x="6621175" y="5564288"/>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83AA0612-CD28-6E7B-5EF6-48C370986675}"/>
                    </a:ext>
                  </a:extLst>
                </p:cNvPr>
                <p:cNvSpPr/>
                <p:nvPr/>
              </p:nvSpPr>
              <p:spPr>
                <a:xfrm>
                  <a:off x="6621175" y="563611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46" name="Grafik 145">
                <a:extLst>
                  <a:ext uri="{FF2B5EF4-FFF2-40B4-BE49-F238E27FC236}">
                    <a16:creationId xmlns:a16="http://schemas.microsoft.com/office/drawing/2014/main" id="{B705FB1B-353F-FF28-FBAB-03297BEC1F66}"/>
                  </a:ext>
                </a:extLst>
              </p:cNvPr>
              <p:cNvPicPr>
                <a:picLocks noChangeAspect="1"/>
              </p:cNvPicPr>
              <p:nvPr/>
            </p:nvPicPr>
            <p:blipFill>
              <a:blip r:embed="rId13"/>
              <a:stretch>
                <a:fillRect/>
              </a:stretch>
            </p:blipFill>
            <p:spPr>
              <a:xfrm>
                <a:off x="6623569" y="5784556"/>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130" name="Grafik 1">
              <a:extLst>
                <a:ext uri="{FF2B5EF4-FFF2-40B4-BE49-F238E27FC236}">
                  <a16:creationId xmlns:a16="http://schemas.microsoft.com/office/drawing/2014/main" id="{4C916D83-D925-71F3-4F9B-3F5CA72F9DE9}"/>
                </a:ext>
              </a:extLst>
            </p:cNvPr>
            <p:cNvGrpSpPr/>
            <p:nvPr/>
          </p:nvGrpSpPr>
          <p:grpSpPr>
            <a:xfrm>
              <a:off x="7770399" y="5516404"/>
              <a:ext cx="287305" cy="383074"/>
              <a:chOff x="7770399" y="5516404"/>
              <a:chExt cx="287305" cy="383074"/>
            </a:xfrm>
          </p:grpSpPr>
          <p:grpSp>
            <p:nvGrpSpPr>
              <p:cNvPr id="141" name="Grafik 1">
                <a:extLst>
                  <a:ext uri="{FF2B5EF4-FFF2-40B4-BE49-F238E27FC236}">
                    <a16:creationId xmlns:a16="http://schemas.microsoft.com/office/drawing/2014/main" id="{FE302B15-CD96-8340-DE03-792700E5B924}"/>
                  </a:ext>
                </a:extLst>
              </p:cNvPr>
              <p:cNvGrpSpPr/>
              <p:nvPr/>
            </p:nvGrpSpPr>
            <p:grpSpPr>
              <a:xfrm>
                <a:off x="7770399" y="5516404"/>
                <a:ext cx="287305" cy="383074"/>
                <a:chOff x="7770399" y="5516404"/>
                <a:chExt cx="287305" cy="383074"/>
              </a:xfrm>
            </p:grpSpPr>
            <p:sp>
              <p:nvSpPr>
                <p:cNvPr id="143" name="Freihandform: Form 142">
                  <a:extLst>
                    <a:ext uri="{FF2B5EF4-FFF2-40B4-BE49-F238E27FC236}">
                      <a16:creationId xmlns:a16="http://schemas.microsoft.com/office/drawing/2014/main" id="{7F578642-FF21-D99E-192C-580EB522FF0D}"/>
                    </a:ext>
                  </a:extLst>
                </p:cNvPr>
                <p:cNvSpPr/>
                <p:nvPr/>
              </p:nvSpPr>
              <p:spPr>
                <a:xfrm>
                  <a:off x="7770399"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6FE0127-07B6-F165-C0C6-10E9282679B1}"/>
                    </a:ext>
                  </a:extLst>
                </p:cNvPr>
                <p:cNvSpPr/>
                <p:nvPr/>
              </p:nvSpPr>
              <p:spPr>
                <a:xfrm>
                  <a:off x="7770399"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42" name="Grafik 141">
                <a:extLst>
                  <a:ext uri="{FF2B5EF4-FFF2-40B4-BE49-F238E27FC236}">
                    <a16:creationId xmlns:a16="http://schemas.microsoft.com/office/drawing/2014/main" id="{B0ACB9E5-BB78-D40F-B83F-8051E6CC659D}"/>
                  </a:ext>
                </a:extLst>
              </p:cNvPr>
              <p:cNvPicPr>
                <a:picLocks noChangeAspect="1"/>
              </p:cNvPicPr>
              <p:nvPr/>
            </p:nvPicPr>
            <p:blipFill>
              <a:blip r:embed="rId14"/>
              <a:stretch>
                <a:fillRect/>
              </a:stretch>
            </p:blipFill>
            <p:spPr>
              <a:xfrm>
                <a:off x="7772793" y="5736672"/>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131" name="Grafik 1">
              <a:extLst>
                <a:ext uri="{FF2B5EF4-FFF2-40B4-BE49-F238E27FC236}">
                  <a16:creationId xmlns:a16="http://schemas.microsoft.com/office/drawing/2014/main" id="{4C4D540F-306E-F996-B377-9DF3D786D65C}"/>
                </a:ext>
              </a:extLst>
            </p:cNvPr>
            <p:cNvGrpSpPr/>
            <p:nvPr/>
          </p:nvGrpSpPr>
          <p:grpSpPr>
            <a:xfrm>
              <a:off x="9494234" y="5588231"/>
              <a:ext cx="287305" cy="383074"/>
              <a:chOff x="9494234" y="5588231"/>
              <a:chExt cx="287305" cy="383074"/>
            </a:xfrm>
          </p:grpSpPr>
          <p:grpSp>
            <p:nvGrpSpPr>
              <p:cNvPr id="137" name="Grafik 1">
                <a:extLst>
                  <a:ext uri="{FF2B5EF4-FFF2-40B4-BE49-F238E27FC236}">
                    <a16:creationId xmlns:a16="http://schemas.microsoft.com/office/drawing/2014/main" id="{372DBEEB-71DC-9909-C4BF-2694114031B7}"/>
                  </a:ext>
                </a:extLst>
              </p:cNvPr>
              <p:cNvGrpSpPr/>
              <p:nvPr/>
            </p:nvGrpSpPr>
            <p:grpSpPr>
              <a:xfrm>
                <a:off x="9494234" y="5588231"/>
                <a:ext cx="287305" cy="383074"/>
                <a:chOff x="9494234" y="5588231"/>
                <a:chExt cx="287305" cy="383074"/>
              </a:xfrm>
            </p:grpSpPr>
            <p:sp>
              <p:nvSpPr>
                <p:cNvPr id="139" name="Freihandform: Form 138">
                  <a:extLst>
                    <a:ext uri="{FF2B5EF4-FFF2-40B4-BE49-F238E27FC236}">
                      <a16:creationId xmlns:a16="http://schemas.microsoft.com/office/drawing/2014/main" id="{ECE8FAA7-A635-594B-0B47-A55C8C4F3ABF}"/>
                    </a:ext>
                  </a:extLst>
                </p:cNvPr>
                <p:cNvSpPr/>
                <p:nvPr/>
              </p:nvSpPr>
              <p:spPr>
                <a:xfrm>
                  <a:off x="9494234"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40" name="Freihandform: Form 139">
                  <a:extLst>
                    <a:ext uri="{FF2B5EF4-FFF2-40B4-BE49-F238E27FC236}">
                      <a16:creationId xmlns:a16="http://schemas.microsoft.com/office/drawing/2014/main" id="{E7B40B60-2648-8DF7-F1B3-4CFAB07CB716}"/>
                    </a:ext>
                  </a:extLst>
                </p:cNvPr>
                <p:cNvSpPr/>
                <p:nvPr/>
              </p:nvSpPr>
              <p:spPr>
                <a:xfrm>
                  <a:off x="9494234"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38" name="Grafik 137">
                <a:extLst>
                  <a:ext uri="{FF2B5EF4-FFF2-40B4-BE49-F238E27FC236}">
                    <a16:creationId xmlns:a16="http://schemas.microsoft.com/office/drawing/2014/main" id="{5B06CD06-8A00-D1D7-F232-825EFD2488C0}"/>
                  </a:ext>
                </a:extLst>
              </p:cNvPr>
              <p:cNvPicPr>
                <a:picLocks noChangeAspect="1"/>
              </p:cNvPicPr>
              <p:nvPr/>
            </p:nvPicPr>
            <p:blipFill>
              <a:blip r:embed="rId15"/>
              <a:stretch>
                <a:fillRect/>
              </a:stretch>
            </p:blipFill>
            <p:spPr>
              <a:xfrm>
                <a:off x="9496628" y="5772585"/>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132" name="Grafik 1">
              <a:extLst>
                <a:ext uri="{FF2B5EF4-FFF2-40B4-BE49-F238E27FC236}">
                  <a16:creationId xmlns:a16="http://schemas.microsoft.com/office/drawing/2014/main" id="{ED3C1D6C-AB8C-6E3E-A452-186256660562}"/>
                </a:ext>
              </a:extLst>
            </p:cNvPr>
            <p:cNvGrpSpPr/>
            <p:nvPr/>
          </p:nvGrpSpPr>
          <p:grpSpPr>
            <a:xfrm>
              <a:off x="8201357" y="5516404"/>
              <a:ext cx="287305" cy="383074"/>
              <a:chOff x="8201357" y="5516404"/>
              <a:chExt cx="287305" cy="383074"/>
            </a:xfrm>
          </p:grpSpPr>
          <p:grpSp>
            <p:nvGrpSpPr>
              <p:cNvPr id="133" name="Grafik 1">
                <a:extLst>
                  <a:ext uri="{FF2B5EF4-FFF2-40B4-BE49-F238E27FC236}">
                    <a16:creationId xmlns:a16="http://schemas.microsoft.com/office/drawing/2014/main" id="{817E38DD-B3BB-8AEA-B367-8FDC5B3E805B}"/>
                  </a:ext>
                </a:extLst>
              </p:cNvPr>
              <p:cNvGrpSpPr/>
              <p:nvPr/>
            </p:nvGrpSpPr>
            <p:grpSpPr>
              <a:xfrm>
                <a:off x="8201357" y="5516404"/>
                <a:ext cx="287305" cy="383074"/>
                <a:chOff x="8201357" y="5516404"/>
                <a:chExt cx="287305" cy="383074"/>
              </a:xfrm>
            </p:grpSpPr>
            <p:sp>
              <p:nvSpPr>
                <p:cNvPr id="135" name="Freihandform: Form 134">
                  <a:extLst>
                    <a:ext uri="{FF2B5EF4-FFF2-40B4-BE49-F238E27FC236}">
                      <a16:creationId xmlns:a16="http://schemas.microsoft.com/office/drawing/2014/main" id="{716B06BC-14D7-A95B-7C7D-9C7FCA1D5868}"/>
                    </a:ext>
                  </a:extLst>
                </p:cNvPr>
                <p:cNvSpPr/>
                <p:nvPr/>
              </p:nvSpPr>
              <p:spPr>
                <a:xfrm>
                  <a:off x="8201357"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36" name="Freihandform: Form 135">
                  <a:extLst>
                    <a:ext uri="{FF2B5EF4-FFF2-40B4-BE49-F238E27FC236}">
                      <a16:creationId xmlns:a16="http://schemas.microsoft.com/office/drawing/2014/main" id="{C4DC8E5B-E80C-7745-61D8-380A736C807B}"/>
                    </a:ext>
                  </a:extLst>
                </p:cNvPr>
                <p:cNvSpPr/>
                <p:nvPr/>
              </p:nvSpPr>
              <p:spPr>
                <a:xfrm>
                  <a:off x="8201357"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34" name="Grafik 133">
                <a:extLst>
                  <a:ext uri="{FF2B5EF4-FFF2-40B4-BE49-F238E27FC236}">
                    <a16:creationId xmlns:a16="http://schemas.microsoft.com/office/drawing/2014/main" id="{89BA0DF6-1CD8-E449-6950-ADB233CB2BAD}"/>
                  </a:ext>
                </a:extLst>
              </p:cNvPr>
              <p:cNvPicPr>
                <a:picLocks noChangeAspect="1"/>
              </p:cNvPicPr>
              <p:nvPr/>
            </p:nvPicPr>
            <p:blipFill>
              <a:blip r:embed="rId16"/>
              <a:stretch>
                <a:fillRect/>
              </a:stretch>
            </p:blipFill>
            <p:spPr>
              <a:xfrm>
                <a:off x="8203752" y="5700759"/>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spTree>
    <p:extLst>
      <p:ext uri="{BB962C8B-B14F-4D97-AF65-F5344CB8AC3E}">
        <p14:creationId xmlns:p14="http://schemas.microsoft.com/office/powerpoint/2010/main" val="374779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93050-9DCA-EC8F-BF7B-6E961EB95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0133A-8B3A-60B8-BB44-725FA19E9DA8}"/>
              </a:ext>
            </a:extLst>
          </p:cNvPr>
          <p:cNvSpPr>
            <a:spLocks noGrp="1"/>
          </p:cNvSpPr>
          <p:nvPr>
            <p:ph type="title"/>
          </p:nvPr>
        </p:nvSpPr>
        <p:spPr/>
        <p:txBody>
          <a:bodyPr>
            <a:normAutofit/>
          </a:bodyPr>
          <a:lstStyle/>
          <a:p>
            <a:r>
              <a:rPr lang="de-DE"/>
              <a:t>Softwarearchitektur</a:t>
            </a:r>
          </a:p>
        </p:txBody>
      </p:sp>
      <p:sp>
        <p:nvSpPr>
          <p:cNvPr id="3" name="Content Placeholder 2">
            <a:extLst>
              <a:ext uri="{FF2B5EF4-FFF2-40B4-BE49-F238E27FC236}">
                <a16:creationId xmlns:a16="http://schemas.microsoft.com/office/drawing/2014/main" id="{E85F46B3-5A3E-A1B6-5BC8-CEA0C1418C00}"/>
              </a:ext>
            </a:extLst>
          </p:cNvPr>
          <p:cNvSpPr>
            <a:spLocks noGrp="1"/>
          </p:cNvSpPr>
          <p:nvPr>
            <p:ph idx="1"/>
          </p:nvPr>
        </p:nvSpPr>
        <p:spPr>
          <a:xfrm>
            <a:off x="808662" y="2853868"/>
            <a:ext cx="3927836" cy="2779488"/>
          </a:xfrm>
        </p:spPr>
        <p:txBody>
          <a:bodyPr vert="horz" lIns="91440" tIns="45720" rIns="91440" bIns="45720" rtlCol="0" anchor="t">
            <a:noAutofit/>
          </a:bodyPr>
          <a:lstStyle/>
          <a:p>
            <a:pPr>
              <a:lnSpc>
                <a:spcPct val="150000"/>
              </a:lnSpc>
            </a:pPr>
            <a:r>
              <a:rPr lang="de-DE" sz="2400"/>
              <a:t>Web-UI</a:t>
            </a:r>
          </a:p>
          <a:p>
            <a:pPr>
              <a:lnSpc>
                <a:spcPct val="150000"/>
              </a:lnSpc>
            </a:pPr>
            <a:r>
              <a:rPr lang="de-DE" sz="2400" dirty="0"/>
              <a:t>Communication</a:t>
            </a:r>
          </a:p>
          <a:p>
            <a:pPr>
              <a:lnSpc>
                <a:spcPct val="150000"/>
              </a:lnSpc>
            </a:pPr>
            <a:r>
              <a:rPr lang="de-DE" sz="2400" dirty="0" err="1"/>
              <a:t>Notification</a:t>
            </a:r>
            <a:endParaRPr lang="de-DE" sz="2400" dirty="0"/>
          </a:p>
          <a:p>
            <a:pPr>
              <a:lnSpc>
                <a:spcPct val="150000"/>
              </a:lnSpc>
            </a:pPr>
            <a:r>
              <a:rPr lang="de-DE" sz="2400" dirty="0"/>
              <a:t>User (AWS </a:t>
            </a:r>
            <a:r>
              <a:rPr lang="de-DE" sz="2400" dirty="0" err="1"/>
              <a:t>Cognito</a:t>
            </a:r>
            <a:r>
              <a:rPr lang="de-DE" sz="2400" dirty="0"/>
              <a:t>)</a:t>
            </a:r>
          </a:p>
          <a:p>
            <a:endParaRPr lang="de-DE" sz="2400" dirty="0"/>
          </a:p>
          <a:p>
            <a:endParaRPr lang="de-DE" sz="2400" dirty="0"/>
          </a:p>
        </p:txBody>
      </p:sp>
      <p:sp>
        <p:nvSpPr>
          <p:cNvPr id="4" name="Date Placeholder 3">
            <a:extLst>
              <a:ext uri="{FF2B5EF4-FFF2-40B4-BE49-F238E27FC236}">
                <a16:creationId xmlns:a16="http://schemas.microsoft.com/office/drawing/2014/main" id="{CC572ECB-F276-37EE-31DA-FF546A3F4029}"/>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E7660F2E-2DD4-3124-9351-26FCB8B45EB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E2C25CE-59A7-AA90-252D-E2D05BC317F9}"/>
              </a:ext>
            </a:extLst>
          </p:cNvPr>
          <p:cNvSpPr>
            <a:spLocks noGrp="1"/>
          </p:cNvSpPr>
          <p:nvPr>
            <p:ph type="sldNum" sz="quarter" idx="12"/>
          </p:nvPr>
        </p:nvSpPr>
        <p:spPr/>
        <p:txBody>
          <a:bodyPr/>
          <a:lstStyle/>
          <a:p>
            <a:fld id="{8DFDE724-0293-4953-AE9D-4D814FA589B0}" type="slidenum">
              <a:rPr lang="en-US" smtClean="0"/>
              <a:t>7</a:t>
            </a:fld>
            <a:endParaRPr lang="en-US"/>
          </a:p>
        </p:txBody>
      </p:sp>
      <p:sp>
        <p:nvSpPr>
          <p:cNvPr id="7" name="TextBox 6">
            <a:extLst>
              <a:ext uri="{FF2B5EF4-FFF2-40B4-BE49-F238E27FC236}">
                <a16:creationId xmlns:a16="http://schemas.microsoft.com/office/drawing/2014/main" id="{515F1AB5-5E5B-D279-00EB-BE3D5AFD6C3B}"/>
              </a:ext>
            </a:extLst>
          </p:cNvPr>
          <p:cNvSpPr txBox="1"/>
          <p:nvPr/>
        </p:nvSpPr>
        <p:spPr>
          <a:xfrm>
            <a:off x="806486" y="1759865"/>
            <a:ext cx="497488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Überblick</a:t>
            </a:r>
            <a:r>
              <a:rPr lang="en-US" sz="2800" i="1"/>
              <a:t> - </a:t>
            </a:r>
            <a:r>
              <a:rPr lang="en-US" sz="2800" i="1" err="1"/>
              <a:t>Sekundärservices</a:t>
            </a:r>
            <a:endParaRPr lang="en-US" sz="2800" i="1"/>
          </a:p>
        </p:txBody>
      </p:sp>
      <p:grpSp>
        <p:nvGrpSpPr>
          <p:cNvPr id="9" name="Grafik 7">
            <a:extLst>
              <a:ext uri="{FF2B5EF4-FFF2-40B4-BE49-F238E27FC236}">
                <a16:creationId xmlns:a16="http://schemas.microsoft.com/office/drawing/2014/main" id="{6E3EA3F7-268A-D3B7-F90C-08BB0E056A07}"/>
              </a:ext>
            </a:extLst>
          </p:cNvPr>
          <p:cNvGrpSpPr/>
          <p:nvPr/>
        </p:nvGrpSpPr>
        <p:grpSpPr>
          <a:xfrm>
            <a:off x="4246180" y="2285479"/>
            <a:ext cx="7134763" cy="3495555"/>
            <a:chOff x="4246180" y="2285479"/>
            <a:chExt cx="7134763" cy="3495555"/>
          </a:xfrm>
        </p:grpSpPr>
        <p:sp>
          <p:nvSpPr>
            <p:cNvPr id="10" name="Freihandform: Form 9">
              <a:extLst>
                <a:ext uri="{FF2B5EF4-FFF2-40B4-BE49-F238E27FC236}">
                  <a16:creationId xmlns:a16="http://schemas.microsoft.com/office/drawing/2014/main" id="{AEE5EB33-BDBE-C8A4-6A92-75705EAFA7E5}"/>
                </a:ext>
              </a:extLst>
            </p:cNvPr>
            <p:cNvSpPr/>
            <p:nvPr/>
          </p:nvSpPr>
          <p:spPr>
            <a:xfrm>
              <a:off x="4246180" y="2860091"/>
              <a:ext cx="7134763" cy="2920943"/>
            </a:xfrm>
            <a:custGeom>
              <a:avLst/>
              <a:gdLst>
                <a:gd name="connsiteX0" fmla="*/ 1 w 7134763"/>
                <a:gd name="connsiteY0" fmla="*/ 1 h 2920943"/>
                <a:gd name="connsiteX1" fmla="*/ 7134764 w 7134763"/>
                <a:gd name="connsiteY1" fmla="*/ 1 h 2920943"/>
                <a:gd name="connsiteX2" fmla="*/ 7134764 w 7134763"/>
                <a:gd name="connsiteY2" fmla="*/ 2920944 h 2920943"/>
                <a:gd name="connsiteX3" fmla="*/ 1 w 7134763"/>
                <a:gd name="connsiteY3" fmla="*/ 2920944 h 2920943"/>
              </a:gdLst>
              <a:ahLst/>
              <a:cxnLst>
                <a:cxn ang="0">
                  <a:pos x="connsiteX0" y="connsiteY0"/>
                </a:cxn>
                <a:cxn ang="0">
                  <a:pos x="connsiteX1" y="connsiteY1"/>
                </a:cxn>
                <a:cxn ang="0">
                  <a:pos x="connsiteX2" y="connsiteY2"/>
                </a:cxn>
                <a:cxn ang="0">
                  <a:pos x="connsiteX3" y="connsiteY3"/>
                </a:cxn>
              </a:cxnLst>
              <a:rect l="l" t="t" r="r" b="b"/>
              <a:pathLst>
                <a:path w="7134763" h="2920943">
                  <a:moveTo>
                    <a:pt x="1" y="1"/>
                  </a:moveTo>
                  <a:lnTo>
                    <a:pt x="7134764" y="1"/>
                  </a:lnTo>
                  <a:lnTo>
                    <a:pt x="7134764" y="2920944"/>
                  </a:lnTo>
                  <a:lnTo>
                    <a:pt x="1" y="2920944"/>
                  </a:lnTo>
                  <a:close/>
                </a:path>
              </a:pathLst>
            </a:custGeom>
            <a:solidFill>
              <a:srgbClr val="FFFFFF"/>
            </a:solidFill>
            <a:ln w="4785" cap="flat">
              <a:solidFill>
                <a:srgbClr val="000000"/>
              </a:solidFill>
              <a:prstDash val="solid"/>
              <a:miter/>
            </a:ln>
          </p:spPr>
          <p:txBody>
            <a:bodyPr rtlCol="0" anchor="ctr"/>
            <a:lstStyle/>
            <a:p>
              <a:endParaRPr lang="de-DE"/>
            </a:p>
          </p:txBody>
        </p:sp>
        <p:sp>
          <p:nvSpPr>
            <p:cNvPr id="11" name="Freihandform: Form 10">
              <a:extLst>
                <a:ext uri="{FF2B5EF4-FFF2-40B4-BE49-F238E27FC236}">
                  <a16:creationId xmlns:a16="http://schemas.microsoft.com/office/drawing/2014/main" id="{020D097D-5816-3719-4E7C-74CAEA10F38A}"/>
                </a:ext>
              </a:extLst>
            </p:cNvPr>
            <p:cNvSpPr/>
            <p:nvPr/>
          </p:nvSpPr>
          <p:spPr>
            <a:xfrm>
              <a:off x="4389833" y="4200852"/>
              <a:ext cx="5075737" cy="1197108"/>
            </a:xfrm>
            <a:custGeom>
              <a:avLst/>
              <a:gdLst>
                <a:gd name="connsiteX0" fmla="*/ 1 w 5075737"/>
                <a:gd name="connsiteY0" fmla="*/ 1 h 1197108"/>
                <a:gd name="connsiteX1" fmla="*/ 5075739 w 5075737"/>
                <a:gd name="connsiteY1" fmla="*/ 1 h 1197108"/>
                <a:gd name="connsiteX2" fmla="*/ 5075739 w 5075737"/>
                <a:gd name="connsiteY2" fmla="*/ 1197109 h 1197108"/>
                <a:gd name="connsiteX3" fmla="*/ 1 w 5075737"/>
                <a:gd name="connsiteY3" fmla="*/ 1197109 h 1197108"/>
              </a:gdLst>
              <a:ahLst/>
              <a:cxnLst>
                <a:cxn ang="0">
                  <a:pos x="connsiteX0" y="connsiteY0"/>
                </a:cxn>
                <a:cxn ang="0">
                  <a:pos x="connsiteX1" y="connsiteY1"/>
                </a:cxn>
                <a:cxn ang="0">
                  <a:pos x="connsiteX2" y="connsiteY2"/>
                </a:cxn>
                <a:cxn ang="0">
                  <a:pos x="connsiteX3" y="connsiteY3"/>
                </a:cxn>
              </a:cxnLst>
              <a:rect l="l" t="t" r="r" b="b"/>
              <a:pathLst>
                <a:path w="5075737" h="1197108">
                  <a:moveTo>
                    <a:pt x="1" y="1"/>
                  </a:moveTo>
                  <a:lnTo>
                    <a:pt x="5075739" y="1"/>
                  </a:lnTo>
                  <a:lnTo>
                    <a:pt x="5075739" y="1197109"/>
                  </a:lnTo>
                  <a:lnTo>
                    <a:pt x="1" y="1197109"/>
                  </a:lnTo>
                  <a:close/>
                </a:path>
              </a:pathLst>
            </a:custGeom>
            <a:solidFill>
              <a:srgbClr val="F5F5F5"/>
            </a:solidFill>
            <a:ln w="4785" cap="flat">
              <a:solidFill>
                <a:srgbClr val="666666"/>
              </a:solidFill>
              <a:prstDash val="solid"/>
              <a:miter/>
            </a:ln>
          </p:spPr>
          <p:txBody>
            <a:bodyPr rtlCol="0" anchor="ctr"/>
            <a:lstStyle/>
            <a:p>
              <a:endParaRPr lang="de-DE"/>
            </a:p>
          </p:txBody>
        </p:sp>
        <p:grpSp>
          <p:nvGrpSpPr>
            <p:cNvPr id="13" name="Grafik 7">
              <a:extLst>
                <a:ext uri="{FF2B5EF4-FFF2-40B4-BE49-F238E27FC236}">
                  <a16:creationId xmlns:a16="http://schemas.microsoft.com/office/drawing/2014/main" id="{C4B3A465-98D4-080A-5993-F35255275854}"/>
                </a:ext>
              </a:extLst>
            </p:cNvPr>
            <p:cNvGrpSpPr/>
            <p:nvPr/>
          </p:nvGrpSpPr>
          <p:grpSpPr>
            <a:xfrm>
              <a:off x="7861446" y="3552019"/>
              <a:ext cx="1646645" cy="75417"/>
              <a:chOff x="7861446" y="3552019"/>
              <a:chExt cx="1646645" cy="75417"/>
            </a:xfrm>
          </p:grpSpPr>
          <p:grpSp>
            <p:nvGrpSpPr>
              <p:cNvPr id="14" name="Grafik 7">
                <a:extLst>
                  <a:ext uri="{FF2B5EF4-FFF2-40B4-BE49-F238E27FC236}">
                    <a16:creationId xmlns:a16="http://schemas.microsoft.com/office/drawing/2014/main" id="{87671A6A-5C33-FA04-A8A3-32959C928AC6}"/>
                  </a:ext>
                </a:extLst>
              </p:cNvPr>
              <p:cNvGrpSpPr/>
              <p:nvPr/>
            </p:nvGrpSpPr>
            <p:grpSpPr>
              <a:xfrm>
                <a:off x="7861446" y="3561596"/>
                <a:ext cx="1646645" cy="33519"/>
                <a:chOff x="7861446" y="3561596"/>
                <a:chExt cx="1646645" cy="33519"/>
              </a:xfrm>
            </p:grpSpPr>
            <p:sp>
              <p:nvSpPr>
                <p:cNvPr id="15" name="Freihandform: Form 14">
                  <a:extLst>
                    <a:ext uri="{FF2B5EF4-FFF2-40B4-BE49-F238E27FC236}">
                      <a16:creationId xmlns:a16="http://schemas.microsoft.com/office/drawing/2014/main" id="{ED897B26-A769-5A37-00D9-15539F41EF5C}"/>
                    </a:ext>
                  </a:extLst>
                </p:cNvPr>
                <p:cNvSpPr/>
                <p:nvPr/>
              </p:nvSpPr>
              <p:spPr>
                <a:xfrm>
                  <a:off x="7861446" y="3578355"/>
                  <a:ext cx="1621506" cy="4788"/>
                </a:xfrm>
                <a:custGeom>
                  <a:avLst/>
                  <a:gdLst>
                    <a:gd name="connsiteX0" fmla="*/ 1 w 1621506"/>
                    <a:gd name="connsiteY0" fmla="*/ 1 h 4788"/>
                    <a:gd name="connsiteX1" fmla="*/ 1316819 w 1621506"/>
                    <a:gd name="connsiteY1" fmla="*/ 1 h 4788"/>
                    <a:gd name="connsiteX2" fmla="*/ 1621507 w 1621506"/>
                    <a:gd name="connsiteY2" fmla="*/ 1 h 4788"/>
                  </a:gdLst>
                  <a:ahLst/>
                  <a:cxnLst>
                    <a:cxn ang="0">
                      <a:pos x="connsiteX0" y="connsiteY0"/>
                    </a:cxn>
                    <a:cxn ang="0">
                      <a:pos x="connsiteX1" y="connsiteY1"/>
                    </a:cxn>
                    <a:cxn ang="0">
                      <a:pos x="connsiteX2" y="connsiteY2"/>
                    </a:cxn>
                  </a:cxnLst>
                  <a:rect l="l" t="t" r="r" b="b"/>
                  <a:pathLst>
                    <a:path w="1621506" h="4788">
                      <a:moveTo>
                        <a:pt x="1" y="1"/>
                      </a:moveTo>
                      <a:lnTo>
                        <a:pt x="1316819" y="1"/>
                      </a:lnTo>
                      <a:lnTo>
                        <a:pt x="1621507" y="1"/>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6" name="Freihandform: Form 15">
                  <a:extLst>
                    <a:ext uri="{FF2B5EF4-FFF2-40B4-BE49-F238E27FC236}">
                      <a16:creationId xmlns:a16="http://schemas.microsoft.com/office/drawing/2014/main" id="{216EF19B-AA20-BCB0-EC71-CCE319597082}"/>
                    </a:ext>
                  </a:extLst>
                </p:cNvPr>
                <p:cNvSpPr/>
                <p:nvPr/>
              </p:nvSpPr>
              <p:spPr>
                <a:xfrm>
                  <a:off x="9474573" y="3561596"/>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 name="Grafik 16">
                <a:extLst>
                  <a:ext uri="{FF2B5EF4-FFF2-40B4-BE49-F238E27FC236}">
                    <a16:creationId xmlns:a16="http://schemas.microsoft.com/office/drawing/2014/main" id="{6D9C70D7-8418-17B9-7912-52437E8B8736}"/>
                  </a:ext>
                </a:extLst>
              </p:cNvPr>
              <p:cNvPicPr>
                <a:picLocks noChangeAspect="1"/>
              </p:cNvPicPr>
              <p:nvPr/>
            </p:nvPicPr>
            <p:blipFill>
              <a:blip r:embed="rId2"/>
              <a:stretch>
                <a:fillRect/>
              </a:stretch>
            </p:blipFill>
            <p:spPr>
              <a:xfrm>
                <a:off x="8646749" y="3552019"/>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8" name="Grafik 7">
              <a:extLst>
                <a:ext uri="{FF2B5EF4-FFF2-40B4-BE49-F238E27FC236}">
                  <a16:creationId xmlns:a16="http://schemas.microsoft.com/office/drawing/2014/main" id="{5E347226-442A-B215-B0B0-C5C9AAD0644D}"/>
                </a:ext>
              </a:extLst>
            </p:cNvPr>
            <p:cNvGrpSpPr/>
            <p:nvPr/>
          </p:nvGrpSpPr>
          <p:grpSpPr>
            <a:xfrm>
              <a:off x="7557380" y="3291049"/>
              <a:ext cx="33519" cy="186174"/>
              <a:chOff x="7557380" y="3291049"/>
              <a:chExt cx="33519" cy="186174"/>
            </a:xfrm>
          </p:grpSpPr>
          <p:sp>
            <p:nvSpPr>
              <p:cNvPr id="19" name="Freihandform: Form 18">
                <a:extLst>
                  <a:ext uri="{FF2B5EF4-FFF2-40B4-BE49-F238E27FC236}">
                    <a16:creationId xmlns:a16="http://schemas.microsoft.com/office/drawing/2014/main" id="{5D5FB78E-A662-F703-90EB-B1AB4E0182B3}"/>
                  </a:ext>
                </a:extLst>
              </p:cNvPr>
              <p:cNvSpPr/>
              <p:nvPr/>
            </p:nvSpPr>
            <p:spPr>
              <a:xfrm>
                <a:off x="7574140" y="3291049"/>
                <a:ext cx="4788" cy="161035"/>
              </a:xfrm>
              <a:custGeom>
                <a:avLst/>
                <a:gdLst>
                  <a:gd name="connsiteX0" fmla="*/ 1 w 4788"/>
                  <a:gd name="connsiteY0" fmla="*/ 1 h 161035"/>
                  <a:gd name="connsiteX1" fmla="*/ 1 w 4788"/>
                  <a:gd name="connsiteY1" fmla="*/ 161036 h 161035"/>
                </a:gdLst>
                <a:ahLst/>
                <a:cxnLst>
                  <a:cxn ang="0">
                    <a:pos x="connsiteX0" y="connsiteY0"/>
                  </a:cxn>
                  <a:cxn ang="0">
                    <a:pos x="connsiteX1" y="connsiteY1"/>
                  </a:cxn>
                </a:cxnLst>
                <a:rect l="l" t="t" r="r" b="b"/>
                <a:pathLst>
                  <a:path w="4788" h="161035">
                    <a:moveTo>
                      <a:pt x="1" y="1"/>
                    </a:moveTo>
                    <a:lnTo>
                      <a:pt x="1" y="161036"/>
                    </a:lnTo>
                  </a:path>
                </a:pathLst>
              </a:custGeom>
              <a:noFill/>
              <a:ln w="4785" cap="flat">
                <a:solidFill>
                  <a:srgbClr val="000000"/>
                </a:solid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24964091-8367-7D71-1B24-1F52B4F5A6E6}"/>
                  </a:ext>
                </a:extLst>
              </p:cNvPr>
              <p:cNvSpPr/>
              <p:nvPr/>
            </p:nvSpPr>
            <p:spPr>
              <a:xfrm>
                <a:off x="7557380" y="3443705"/>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grpSp>
          <p:nvGrpSpPr>
            <p:cNvPr id="21" name="Grafik 7">
              <a:extLst>
                <a:ext uri="{FF2B5EF4-FFF2-40B4-BE49-F238E27FC236}">
                  <a16:creationId xmlns:a16="http://schemas.microsoft.com/office/drawing/2014/main" id="{56EEBCF8-B7F3-3A35-6048-CE1B48121B2F}"/>
                </a:ext>
              </a:extLst>
            </p:cNvPr>
            <p:cNvGrpSpPr/>
            <p:nvPr/>
          </p:nvGrpSpPr>
          <p:grpSpPr>
            <a:xfrm>
              <a:off x="7286834" y="3003744"/>
              <a:ext cx="574611" cy="287305"/>
              <a:chOff x="7286834" y="3003744"/>
              <a:chExt cx="574611" cy="287305"/>
            </a:xfrm>
            <a:solidFill>
              <a:srgbClr val="FFFFFF"/>
            </a:solidFill>
          </p:grpSpPr>
          <p:sp>
            <p:nvSpPr>
              <p:cNvPr id="22" name="Freihandform: Form 21">
                <a:extLst>
                  <a:ext uri="{FF2B5EF4-FFF2-40B4-BE49-F238E27FC236}">
                    <a16:creationId xmlns:a16="http://schemas.microsoft.com/office/drawing/2014/main" id="{D855407D-5412-E668-64DF-2A5B0B3D69A8}"/>
                  </a:ext>
                </a:extLst>
              </p:cNvPr>
              <p:cNvSpPr/>
              <p:nvPr/>
            </p:nvSpPr>
            <p:spPr>
              <a:xfrm>
                <a:off x="7286834" y="3003744"/>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3" name="Grafik 22">
                <a:extLst>
                  <a:ext uri="{FF2B5EF4-FFF2-40B4-BE49-F238E27FC236}">
                    <a16:creationId xmlns:a16="http://schemas.microsoft.com/office/drawing/2014/main" id="{B203987F-2935-0AA4-38CA-57554E2D86D4}"/>
                  </a:ext>
                </a:extLst>
              </p:cNvPr>
              <p:cNvPicPr>
                <a:picLocks noChangeAspect="1"/>
              </p:cNvPicPr>
              <p:nvPr/>
            </p:nvPicPr>
            <p:blipFill>
              <a:blip r:embed="rId3"/>
              <a:stretch>
                <a:fillRect/>
              </a:stretch>
            </p:blipFill>
            <p:spPr>
              <a:xfrm>
                <a:off x="7289228" y="3113878"/>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4" name="Grafik 7">
              <a:extLst>
                <a:ext uri="{FF2B5EF4-FFF2-40B4-BE49-F238E27FC236}">
                  <a16:creationId xmlns:a16="http://schemas.microsoft.com/office/drawing/2014/main" id="{FA5F4021-AA6F-8194-D147-75661C842EFD}"/>
                </a:ext>
              </a:extLst>
            </p:cNvPr>
            <p:cNvGrpSpPr/>
            <p:nvPr/>
          </p:nvGrpSpPr>
          <p:grpSpPr>
            <a:xfrm>
              <a:off x="7741735" y="4002132"/>
              <a:ext cx="2724043" cy="390257"/>
              <a:chOff x="7741735" y="4002132"/>
              <a:chExt cx="2724043" cy="390257"/>
            </a:xfrm>
          </p:grpSpPr>
          <p:grpSp>
            <p:nvGrpSpPr>
              <p:cNvPr id="25" name="Grafik 7">
                <a:extLst>
                  <a:ext uri="{FF2B5EF4-FFF2-40B4-BE49-F238E27FC236}">
                    <a16:creationId xmlns:a16="http://schemas.microsoft.com/office/drawing/2014/main" id="{C91A85D5-2939-FCD6-4560-3993350FC8DC}"/>
                  </a:ext>
                </a:extLst>
              </p:cNvPr>
              <p:cNvGrpSpPr/>
              <p:nvPr/>
            </p:nvGrpSpPr>
            <p:grpSpPr>
              <a:xfrm>
                <a:off x="7741735" y="4011709"/>
                <a:ext cx="2724043" cy="380680"/>
                <a:chOff x="7741735" y="4011709"/>
                <a:chExt cx="2724043" cy="380680"/>
              </a:xfrm>
            </p:grpSpPr>
            <p:sp>
              <p:nvSpPr>
                <p:cNvPr id="26" name="Freihandform: Form 25">
                  <a:extLst>
                    <a:ext uri="{FF2B5EF4-FFF2-40B4-BE49-F238E27FC236}">
                      <a16:creationId xmlns:a16="http://schemas.microsoft.com/office/drawing/2014/main" id="{68CA3EB5-F78B-2168-7EB0-C2292A52918A}"/>
                    </a:ext>
                  </a:extLst>
                </p:cNvPr>
                <p:cNvSpPr/>
                <p:nvPr/>
              </p:nvSpPr>
              <p:spPr>
                <a:xfrm>
                  <a:off x="7741735" y="4028468"/>
                  <a:ext cx="2698903" cy="363920"/>
                </a:xfrm>
                <a:custGeom>
                  <a:avLst/>
                  <a:gdLst>
                    <a:gd name="connsiteX0" fmla="*/ 1 w 2698903"/>
                    <a:gd name="connsiteY0" fmla="*/ 363921 h 363920"/>
                    <a:gd name="connsiteX1" fmla="*/ 1 w 2698903"/>
                    <a:gd name="connsiteY1" fmla="*/ 1 h 363920"/>
                    <a:gd name="connsiteX2" fmla="*/ 2698905 w 2698903"/>
                    <a:gd name="connsiteY2" fmla="*/ 1 h 363920"/>
                  </a:gdLst>
                  <a:ahLst/>
                  <a:cxnLst>
                    <a:cxn ang="0">
                      <a:pos x="connsiteX0" y="connsiteY0"/>
                    </a:cxn>
                    <a:cxn ang="0">
                      <a:pos x="connsiteX1" y="connsiteY1"/>
                    </a:cxn>
                    <a:cxn ang="0">
                      <a:pos x="connsiteX2" y="connsiteY2"/>
                    </a:cxn>
                  </a:cxnLst>
                  <a:rect l="l" t="t" r="r" b="b"/>
                  <a:pathLst>
                    <a:path w="2698903" h="363920">
                      <a:moveTo>
                        <a:pt x="1" y="363921"/>
                      </a:moveTo>
                      <a:lnTo>
                        <a:pt x="1" y="1"/>
                      </a:lnTo>
                      <a:lnTo>
                        <a:pt x="2698905" y="1"/>
                      </a:lnTo>
                    </a:path>
                  </a:pathLst>
                </a:custGeom>
                <a:noFill/>
                <a:ln w="4785" cap="flat">
                  <a:solidFill>
                    <a:srgbClr val="000000"/>
                  </a:solidFill>
                  <a:custDash>
                    <a:ds d="75000" sp="300000"/>
                  </a:custDash>
                  <a:miter/>
                </a:ln>
              </p:spPr>
              <p:txBody>
                <a:bodyPr rtlCol="0" anchor="ctr"/>
                <a:lstStyle/>
                <a:p>
                  <a:endParaRPr lang="de-DE"/>
                </a:p>
              </p:txBody>
            </p:sp>
            <p:sp>
              <p:nvSpPr>
                <p:cNvPr id="27" name="Freihandform: Form 26">
                  <a:extLst>
                    <a:ext uri="{FF2B5EF4-FFF2-40B4-BE49-F238E27FC236}">
                      <a16:creationId xmlns:a16="http://schemas.microsoft.com/office/drawing/2014/main" id="{C1F2CC03-B6F8-A435-B8B8-6FD1FC6896AC}"/>
                    </a:ext>
                  </a:extLst>
                </p:cNvPr>
                <p:cNvSpPr/>
                <p:nvPr/>
              </p:nvSpPr>
              <p:spPr>
                <a:xfrm>
                  <a:off x="10432259" y="4011709"/>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8" name="Grafik 27">
                <a:extLst>
                  <a:ext uri="{FF2B5EF4-FFF2-40B4-BE49-F238E27FC236}">
                    <a16:creationId xmlns:a16="http://schemas.microsoft.com/office/drawing/2014/main" id="{70E92707-E4B4-D259-15D9-D3BA6BC4CD86}"/>
                  </a:ext>
                </a:extLst>
              </p:cNvPr>
              <p:cNvPicPr>
                <a:picLocks noChangeAspect="1"/>
              </p:cNvPicPr>
              <p:nvPr/>
            </p:nvPicPr>
            <p:blipFill>
              <a:blip r:embed="rId4"/>
              <a:stretch>
                <a:fillRect/>
              </a:stretch>
            </p:blipFill>
            <p:spPr>
              <a:xfrm>
                <a:off x="9384167" y="4002132"/>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29" name="Grafik 7">
              <a:extLst>
                <a:ext uri="{FF2B5EF4-FFF2-40B4-BE49-F238E27FC236}">
                  <a16:creationId xmlns:a16="http://schemas.microsoft.com/office/drawing/2014/main" id="{6F68736B-5160-96B5-431A-B984FAAAD38B}"/>
                </a:ext>
              </a:extLst>
            </p:cNvPr>
            <p:cNvGrpSpPr/>
            <p:nvPr/>
          </p:nvGrpSpPr>
          <p:grpSpPr>
            <a:xfrm>
              <a:off x="7861446" y="4519282"/>
              <a:ext cx="784728" cy="89783"/>
              <a:chOff x="7861446" y="4519282"/>
              <a:chExt cx="784728" cy="89783"/>
            </a:xfrm>
          </p:grpSpPr>
          <p:grpSp>
            <p:nvGrpSpPr>
              <p:cNvPr id="30" name="Grafik 7">
                <a:extLst>
                  <a:ext uri="{FF2B5EF4-FFF2-40B4-BE49-F238E27FC236}">
                    <a16:creationId xmlns:a16="http://schemas.microsoft.com/office/drawing/2014/main" id="{0CF74DB5-1E8F-D89F-099F-6B25E1082617}"/>
                  </a:ext>
                </a:extLst>
              </p:cNvPr>
              <p:cNvGrpSpPr/>
              <p:nvPr/>
            </p:nvGrpSpPr>
            <p:grpSpPr>
              <a:xfrm>
                <a:off x="7861446" y="4519282"/>
                <a:ext cx="784728" cy="33519"/>
                <a:chOff x="7861446" y="4519282"/>
                <a:chExt cx="784728" cy="33519"/>
              </a:xfrm>
            </p:grpSpPr>
            <p:sp>
              <p:nvSpPr>
                <p:cNvPr id="31" name="Freihandform: Form 30">
                  <a:extLst>
                    <a:ext uri="{FF2B5EF4-FFF2-40B4-BE49-F238E27FC236}">
                      <a16:creationId xmlns:a16="http://schemas.microsoft.com/office/drawing/2014/main" id="{4932E231-EE0A-0C51-F133-95EAFA36CB26}"/>
                    </a:ext>
                  </a:extLst>
                </p:cNvPr>
                <p:cNvSpPr/>
                <p:nvPr/>
              </p:nvSpPr>
              <p:spPr>
                <a:xfrm>
                  <a:off x="7861446" y="4536042"/>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32" name="Freihandform: Form 31">
                  <a:extLst>
                    <a:ext uri="{FF2B5EF4-FFF2-40B4-BE49-F238E27FC236}">
                      <a16:creationId xmlns:a16="http://schemas.microsoft.com/office/drawing/2014/main" id="{4A1B1DC3-2AA2-21DB-DA04-2B68FFED19CE}"/>
                    </a:ext>
                  </a:extLst>
                </p:cNvPr>
                <p:cNvSpPr/>
                <p:nvPr/>
              </p:nvSpPr>
              <p:spPr>
                <a:xfrm>
                  <a:off x="8612655" y="4519282"/>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33" name="Grafik 32">
                <a:extLst>
                  <a:ext uri="{FF2B5EF4-FFF2-40B4-BE49-F238E27FC236}">
                    <a16:creationId xmlns:a16="http://schemas.microsoft.com/office/drawing/2014/main" id="{49B873DF-E861-2B6F-1097-A4942526F3AE}"/>
                  </a:ext>
                </a:extLst>
              </p:cNvPr>
              <p:cNvPicPr>
                <a:picLocks noChangeAspect="1"/>
              </p:cNvPicPr>
              <p:nvPr/>
            </p:nvPicPr>
            <p:blipFill>
              <a:blip r:embed="rId4"/>
              <a:stretch>
                <a:fillRect/>
              </a:stretch>
            </p:blipFill>
            <p:spPr>
              <a:xfrm>
                <a:off x="8258886" y="4533648"/>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34" name="Grafik 7">
              <a:extLst>
                <a:ext uri="{FF2B5EF4-FFF2-40B4-BE49-F238E27FC236}">
                  <a16:creationId xmlns:a16="http://schemas.microsoft.com/office/drawing/2014/main" id="{B8B860CD-AC76-2354-604F-61E98430A101}"/>
                </a:ext>
              </a:extLst>
            </p:cNvPr>
            <p:cNvGrpSpPr/>
            <p:nvPr/>
          </p:nvGrpSpPr>
          <p:grpSpPr>
            <a:xfrm>
              <a:off x="7222190" y="4685058"/>
              <a:ext cx="268152" cy="180811"/>
              <a:chOff x="7222190" y="4685058"/>
              <a:chExt cx="268152" cy="180811"/>
            </a:xfrm>
          </p:grpSpPr>
          <p:grpSp>
            <p:nvGrpSpPr>
              <p:cNvPr id="35" name="Grafik 7">
                <a:extLst>
                  <a:ext uri="{FF2B5EF4-FFF2-40B4-BE49-F238E27FC236}">
                    <a16:creationId xmlns:a16="http://schemas.microsoft.com/office/drawing/2014/main" id="{40DB6942-0E81-12C1-811D-6B30A56E2165}"/>
                  </a:ext>
                </a:extLst>
              </p:cNvPr>
              <p:cNvGrpSpPr/>
              <p:nvPr/>
            </p:nvGrpSpPr>
            <p:grpSpPr>
              <a:xfrm>
                <a:off x="7341901" y="4685058"/>
                <a:ext cx="33519" cy="180811"/>
                <a:chOff x="7341901" y="4685058"/>
                <a:chExt cx="33519" cy="180811"/>
              </a:xfrm>
            </p:grpSpPr>
            <p:sp>
              <p:nvSpPr>
                <p:cNvPr id="36" name="Freihandform: Form 35">
                  <a:extLst>
                    <a:ext uri="{FF2B5EF4-FFF2-40B4-BE49-F238E27FC236}">
                      <a16:creationId xmlns:a16="http://schemas.microsoft.com/office/drawing/2014/main" id="{D8E18349-16D4-E899-9F6D-032B34AB2C0F}"/>
                    </a:ext>
                  </a:extLst>
                </p:cNvPr>
                <p:cNvSpPr/>
                <p:nvPr/>
              </p:nvSpPr>
              <p:spPr>
                <a:xfrm>
                  <a:off x="7358660" y="4710197"/>
                  <a:ext cx="4788" cy="130532"/>
                </a:xfrm>
                <a:custGeom>
                  <a:avLst/>
                  <a:gdLst>
                    <a:gd name="connsiteX0" fmla="*/ 1 w 4788"/>
                    <a:gd name="connsiteY0" fmla="*/ 1 h 130532"/>
                    <a:gd name="connsiteX1" fmla="*/ 1 w 4788"/>
                    <a:gd name="connsiteY1" fmla="*/ 17383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17383"/>
                      </a:lnTo>
                      <a:lnTo>
                        <a:pt x="1" y="130533"/>
                      </a:lnTo>
                    </a:path>
                  </a:pathLst>
                </a:custGeom>
                <a:noFill/>
                <a:ln w="4785" cap="flat">
                  <a:solidFill>
                    <a:srgbClr val="000000"/>
                  </a:solid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B5CBA8FB-4BE9-C50E-3984-2D162BF184FD}"/>
                    </a:ext>
                  </a:extLst>
                </p:cNvPr>
                <p:cNvSpPr/>
                <p:nvPr/>
              </p:nvSpPr>
              <p:spPr>
                <a:xfrm>
                  <a:off x="7341901"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F67E8EAA-89AA-D39F-BACB-A17342A96B6B}"/>
                    </a:ext>
                  </a:extLst>
                </p:cNvPr>
                <p:cNvSpPr/>
                <p:nvPr/>
              </p:nvSpPr>
              <p:spPr>
                <a:xfrm>
                  <a:off x="7341901" y="4832350"/>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39" name="Grafik 38">
                <a:extLst>
                  <a:ext uri="{FF2B5EF4-FFF2-40B4-BE49-F238E27FC236}">
                    <a16:creationId xmlns:a16="http://schemas.microsoft.com/office/drawing/2014/main" id="{8794C4E0-5676-152A-CCB7-81528C72CED7}"/>
                  </a:ext>
                </a:extLst>
              </p:cNvPr>
              <p:cNvPicPr>
                <a:picLocks noChangeAspect="1"/>
              </p:cNvPicPr>
              <p:nvPr/>
            </p:nvPicPr>
            <p:blipFill>
              <a:blip r:embed="rId5"/>
              <a:stretch>
                <a:fillRect/>
              </a:stretch>
            </p:blipFill>
            <p:spPr>
              <a:xfrm>
                <a:off x="7222190" y="471800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40" name="Grafik 7">
              <a:extLst>
                <a:ext uri="{FF2B5EF4-FFF2-40B4-BE49-F238E27FC236}">
                  <a16:creationId xmlns:a16="http://schemas.microsoft.com/office/drawing/2014/main" id="{78121FB4-6286-CB36-36E0-A479D20DE142}"/>
                </a:ext>
              </a:extLst>
            </p:cNvPr>
            <p:cNvGrpSpPr/>
            <p:nvPr/>
          </p:nvGrpSpPr>
          <p:grpSpPr>
            <a:xfrm>
              <a:off x="7657937" y="4685058"/>
              <a:ext cx="268152" cy="180811"/>
              <a:chOff x="7657937" y="4685058"/>
              <a:chExt cx="268152" cy="180811"/>
            </a:xfrm>
          </p:grpSpPr>
          <p:grpSp>
            <p:nvGrpSpPr>
              <p:cNvPr id="41" name="Grafik 7">
                <a:extLst>
                  <a:ext uri="{FF2B5EF4-FFF2-40B4-BE49-F238E27FC236}">
                    <a16:creationId xmlns:a16="http://schemas.microsoft.com/office/drawing/2014/main" id="{E9DDC677-1396-4574-115C-7EEB0578B7DB}"/>
                  </a:ext>
                </a:extLst>
              </p:cNvPr>
              <p:cNvGrpSpPr/>
              <p:nvPr/>
            </p:nvGrpSpPr>
            <p:grpSpPr>
              <a:xfrm>
                <a:off x="7772860" y="4685058"/>
                <a:ext cx="33519" cy="180811"/>
                <a:chOff x="7772860" y="4685058"/>
                <a:chExt cx="33519" cy="180811"/>
              </a:xfrm>
            </p:grpSpPr>
            <p:sp>
              <p:nvSpPr>
                <p:cNvPr id="42" name="Freihandform: Form 41">
                  <a:extLst>
                    <a:ext uri="{FF2B5EF4-FFF2-40B4-BE49-F238E27FC236}">
                      <a16:creationId xmlns:a16="http://schemas.microsoft.com/office/drawing/2014/main" id="{03FA4DA7-BBDA-E95B-C61A-0952FDC686BB}"/>
                    </a:ext>
                  </a:extLst>
                </p:cNvPr>
                <p:cNvSpPr/>
                <p:nvPr/>
              </p:nvSpPr>
              <p:spPr>
                <a:xfrm>
                  <a:off x="7789619" y="4710197"/>
                  <a:ext cx="4788" cy="130532"/>
                </a:xfrm>
                <a:custGeom>
                  <a:avLst/>
                  <a:gdLst>
                    <a:gd name="connsiteX0" fmla="*/ 1 w 4788"/>
                    <a:gd name="connsiteY0" fmla="*/ 1 h 130532"/>
                    <a:gd name="connsiteX1" fmla="*/ 1 w 4788"/>
                    <a:gd name="connsiteY1" fmla="*/ 65267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65267"/>
                      </a:lnTo>
                      <a:lnTo>
                        <a:pt x="1" y="130533"/>
                      </a:lnTo>
                    </a:path>
                  </a:pathLst>
                </a:custGeom>
                <a:noFill/>
                <a:ln w="4785" cap="flat">
                  <a:solidFill>
                    <a:srgbClr val="000000"/>
                  </a:solidFill>
                  <a:prstDash val="solid"/>
                  <a:miter/>
                </a:ln>
              </p:spPr>
              <p:txBody>
                <a:bodyPr rtlCol="0" anchor="ctr"/>
                <a:lstStyle/>
                <a:p>
                  <a:endParaRPr lang="de-DE"/>
                </a:p>
              </p:txBody>
            </p:sp>
            <p:sp>
              <p:nvSpPr>
                <p:cNvPr id="43" name="Freihandform: Form 42">
                  <a:extLst>
                    <a:ext uri="{FF2B5EF4-FFF2-40B4-BE49-F238E27FC236}">
                      <a16:creationId xmlns:a16="http://schemas.microsoft.com/office/drawing/2014/main" id="{54F91F26-BF67-93DB-1563-DCD5B92C3C43}"/>
                    </a:ext>
                  </a:extLst>
                </p:cNvPr>
                <p:cNvSpPr/>
                <p:nvPr/>
              </p:nvSpPr>
              <p:spPr>
                <a:xfrm>
                  <a:off x="7772860"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44" name="Freihandform: Form 43">
                  <a:extLst>
                    <a:ext uri="{FF2B5EF4-FFF2-40B4-BE49-F238E27FC236}">
                      <a16:creationId xmlns:a16="http://schemas.microsoft.com/office/drawing/2014/main" id="{230692D5-A1F2-E891-F905-F6A6FDE718C8}"/>
                    </a:ext>
                  </a:extLst>
                </p:cNvPr>
                <p:cNvSpPr/>
                <p:nvPr/>
              </p:nvSpPr>
              <p:spPr>
                <a:xfrm>
                  <a:off x="7772860" y="4832350"/>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45" name="Grafik 44">
                <a:extLst>
                  <a:ext uri="{FF2B5EF4-FFF2-40B4-BE49-F238E27FC236}">
                    <a16:creationId xmlns:a16="http://schemas.microsoft.com/office/drawing/2014/main" id="{70738C5E-01CA-F26A-C8D6-9D0063D8AC88}"/>
                  </a:ext>
                </a:extLst>
              </p:cNvPr>
              <p:cNvPicPr>
                <a:picLocks noChangeAspect="1"/>
              </p:cNvPicPr>
              <p:nvPr/>
            </p:nvPicPr>
            <p:blipFill>
              <a:blip r:embed="rId5"/>
              <a:stretch>
                <a:fillRect/>
              </a:stretch>
            </p:blipFill>
            <p:spPr>
              <a:xfrm>
                <a:off x="7657937" y="471800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46" name="Grafik 7">
              <a:extLst>
                <a:ext uri="{FF2B5EF4-FFF2-40B4-BE49-F238E27FC236}">
                  <a16:creationId xmlns:a16="http://schemas.microsoft.com/office/drawing/2014/main" id="{5B9CBBDF-DA61-ED52-F034-CB48F9A85FB0}"/>
                </a:ext>
              </a:extLst>
            </p:cNvPr>
            <p:cNvGrpSpPr/>
            <p:nvPr/>
          </p:nvGrpSpPr>
          <p:grpSpPr>
            <a:xfrm>
              <a:off x="7286834" y="4392389"/>
              <a:ext cx="574611" cy="287305"/>
              <a:chOff x="7286834" y="4392389"/>
              <a:chExt cx="574611" cy="287305"/>
            </a:xfrm>
            <a:solidFill>
              <a:srgbClr val="FFFFFF"/>
            </a:solidFill>
          </p:grpSpPr>
          <p:sp>
            <p:nvSpPr>
              <p:cNvPr id="47" name="Freihandform: Form 46">
                <a:extLst>
                  <a:ext uri="{FF2B5EF4-FFF2-40B4-BE49-F238E27FC236}">
                    <a16:creationId xmlns:a16="http://schemas.microsoft.com/office/drawing/2014/main" id="{4EFD7E89-3A5E-034A-F5E5-D0DFAD65EBA2}"/>
                  </a:ext>
                </a:extLst>
              </p:cNvPr>
              <p:cNvSpPr/>
              <p:nvPr/>
            </p:nvSpPr>
            <p:spPr>
              <a:xfrm>
                <a:off x="7286834" y="4392389"/>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48" name="Grafik 47">
                <a:extLst>
                  <a:ext uri="{FF2B5EF4-FFF2-40B4-BE49-F238E27FC236}">
                    <a16:creationId xmlns:a16="http://schemas.microsoft.com/office/drawing/2014/main" id="{646F9EA6-23C9-A8A9-8887-66A626A1FF15}"/>
                  </a:ext>
                </a:extLst>
              </p:cNvPr>
              <p:cNvPicPr>
                <a:picLocks noChangeAspect="1"/>
              </p:cNvPicPr>
              <p:nvPr/>
            </p:nvPicPr>
            <p:blipFill>
              <a:blip r:embed="rId6"/>
              <a:stretch>
                <a:fillRect/>
              </a:stretch>
            </p:blipFill>
            <p:spPr>
              <a:xfrm>
                <a:off x="7289228" y="4502523"/>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49" name="Grafik 7">
              <a:extLst>
                <a:ext uri="{FF2B5EF4-FFF2-40B4-BE49-F238E27FC236}">
                  <a16:creationId xmlns:a16="http://schemas.microsoft.com/office/drawing/2014/main" id="{A2F4D03E-36D0-375A-7083-D42FF8527B2F}"/>
                </a:ext>
              </a:extLst>
            </p:cNvPr>
            <p:cNvGrpSpPr/>
            <p:nvPr/>
          </p:nvGrpSpPr>
          <p:grpSpPr>
            <a:xfrm>
              <a:off x="10093430" y="3561596"/>
              <a:ext cx="516001" cy="192734"/>
              <a:chOff x="10093430" y="3561596"/>
              <a:chExt cx="516001" cy="192734"/>
            </a:xfrm>
          </p:grpSpPr>
          <p:grpSp>
            <p:nvGrpSpPr>
              <p:cNvPr id="50" name="Grafik 7">
                <a:extLst>
                  <a:ext uri="{FF2B5EF4-FFF2-40B4-BE49-F238E27FC236}">
                    <a16:creationId xmlns:a16="http://schemas.microsoft.com/office/drawing/2014/main" id="{1AB854A5-89EB-59DD-D56B-BB1BD90F6114}"/>
                  </a:ext>
                </a:extLst>
              </p:cNvPr>
              <p:cNvGrpSpPr/>
              <p:nvPr/>
            </p:nvGrpSpPr>
            <p:grpSpPr>
              <a:xfrm>
                <a:off x="10093430" y="3561596"/>
                <a:ext cx="516001" cy="33519"/>
                <a:chOff x="10093430" y="3561596"/>
                <a:chExt cx="516001" cy="33519"/>
              </a:xfrm>
            </p:grpSpPr>
            <p:sp>
              <p:nvSpPr>
                <p:cNvPr id="51" name="Freihandform: Form 50">
                  <a:extLst>
                    <a:ext uri="{FF2B5EF4-FFF2-40B4-BE49-F238E27FC236}">
                      <a16:creationId xmlns:a16="http://schemas.microsoft.com/office/drawing/2014/main" id="{DC80D801-E364-81A0-8797-6E3AA9F3F43B}"/>
                    </a:ext>
                  </a:extLst>
                </p:cNvPr>
                <p:cNvSpPr/>
                <p:nvPr/>
              </p:nvSpPr>
              <p:spPr>
                <a:xfrm>
                  <a:off x="10118569" y="3578355"/>
                  <a:ext cx="465722" cy="4788"/>
                </a:xfrm>
                <a:custGeom>
                  <a:avLst/>
                  <a:gdLst>
                    <a:gd name="connsiteX0" fmla="*/ 1 w 465722"/>
                    <a:gd name="connsiteY0" fmla="*/ 1 h 4788"/>
                    <a:gd name="connsiteX1" fmla="*/ 465723 w 465722"/>
                    <a:gd name="connsiteY1" fmla="*/ 1 h 4788"/>
                  </a:gdLst>
                  <a:ahLst/>
                  <a:cxnLst>
                    <a:cxn ang="0">
                      <a:pos x="connsiteX0" y="connsiteY0"/>
                    </a:cxn>
                    <a:cxn ang="0">
                      <a:pos x="connsiteX1" y="connsiteY1"/>
                    </a:cxn>
                  </a:cxnLst>
                  <a:rect l="l" t="t" r="r" b="b"/>
                  <a:pathLst>
                    <a:path w="465722" h="4788">
                      <a:moveTo>
                        <a:pt x="1" y="1"/>
                      </a:moveTo>
                      <a:lnTo>
                        <a:pt x="465723" y="1"/>
                      </a:lnTo>
                    </a:path>
                  </a:pathLst>
                </a:custGeom>
                <a:noFill/>
                <a:ln w="4785" cap="flat">
                  <a:solidFill>
                    <a:srgbClr val="000000"/>
                  </a:solidFill>
                  <a:prstDash val="solid"/>
                  <a:miter/>
                </a:ln>
              </p:spPr>
              <p:txBody>
                <a:bodyPr rtlCol="0" anchor="ctr"/>
                <a:lstStyle/>
                <a:p>
                  <a:endParaRPr lang="de-DE"/>
                </a:p>
              </p:txBody>
            </p:sp>
            <p:sp>
              <p:nvSpPr>
                <p:cNvPr id="52" name="Freihandform: Form 51">
                  <a:extLst>
                    <a:ext uri="{FF2B5EF4-FFF2-40B4-BE49-F238E27FC236}">
                      <a16:creationId xmlns:a16="http://schemas.microsoft.com/office/drawing/2014/main" id="{C32A3A3C-5D35-BA1D-FAC3-2121571E8E31}"/>
                    </a:ext>
                  </a:extLst>
                </p:cNvPr>
                <p:cNvSpPr/>
                <p:nvPr/>
              </p:nvSpPr>
              <p:spPr>
                <a:xfrm>
                  <a:off x="10093430" y="3561596"/>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53" name="Freihandform: Form 52">
                  <a:extLst>
                    <a:ext uri="{FF2B5EF4-FFF2-40B4-BE49-F238E27FC236}">
                      <a16:creationId xmlns:a16="http://schemas.microsoft.com/office/drawing/2014/main" id="{D3131FCD-048A-14C1-121B-FDF860F43826}"/>
                    </a:ext>
                  </a:extLst>
                </p:cNvPr>
                <p:cNvSpPr/>
                <p:nvPr/>
              </p:nvSpPr>
              <p:spPr>
                <a:xfrm>
                  <a:off x="10575912" y="3561596"/>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54" name="Grafik 53">
                <a:extLst>
                  <a:ext uri="{FF2B5EF4-FFF2-40B4-BE49-F238E27FC236}">
                    <a16:creationId xmlns:a16="http://schemas.microsoft.com/office/drawing/2014/main" id="{8977A496-ADDF-50F4-DAEF-9F5E40860FF7}"/>
                  </a:ext>
                </a:extLst>
              </p:cNvPr>
              <p:cNvPicPr>
                <a:picLocks noChangeAspect="1"/>
              </p:cNvPicPr>
              <p:nvPr/>
            </p:nvPicPr>
            <p:blipFill>
              <a:blip r:embed="rId5"/>
              <a:stretch>
                <a:fillRect/>
              </a:stretch>
            </p:blipFill>
            <p:spPr>
              <a:xfrm>
                <a:off x="10224537" y="3616663"/>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55" name="Grafik 7">
              <a:extLst>
                <a:ext uri="{FF2B5EF4-FFF2-40B4-BE49-F238E27FC236}">
                  <a16:creationId xmlns:a16="http://schemas.microsoft.com/office/drawing/2014/main" id="{2B8B0C3A-2B20-56D5-2332-35BC6A592066}"/>
                </a:ext>
              </a:extLst>
            </p:cNvPr>
            <p:cNvGrpSpPr/>
            <p:nvPr/>
          </p:nvGrpSpPr>
          <p:grpSpPr>
            <a:xfrm>
              <a:off x="9752876" y="3722008"/>
              <a:ext cx="110133" cy="1670588"/>
              <a:chOff x="9752876" y="3722008"/>
              <a:chExt cx="110133" cy="1670588"/>
            </a:xfrm>
          </p:grpSpPr>
          <p:grpSp>
            <p:nvGrpSpPr>
              <p:cNvPr id="56" name="Grafik 7">
                <a:extLst>
                  <a:ext uri="{FF2B5EF4-FFF2-40B4-BE49-F238E27FC236}">
                    <a16:creationId xmlns:a16="http://schemas.microsoft.com/office/drawing/2014/main" id="{58512CB9-9472-EA18-1D21-1501C5C8A669}"/>
                  </a:ext>
                </a:extLst>
              </p:cNvPr>
              <p:cNvGrpSpPr/>
              <p:nvPr/>
            </p:nvGrpSpPr>
            <p:grpSpPr>
              <a:xfrm>
                <a:off x="9784001" y="3722008"/>
                <a:ext cx="33519" cy="1670588"/>
                <a:chOff x="9784001" y="3722008"/>
                <a:chExt cx="33519" cy="1670588"/>
              </a:xfrm>
            </p:grpSpPr>
            <p:sp>
              <p:nvSpPr>
                <p:cNvPr id="57" name="Freihandform: Form 56">
                  <a:extLst>
                    <a:ext uri="{FF2B5EF4-FFF2-40B4-BE49-F238E27FC236}">
                      <a16:creationId xmlns:a16="http://schemas.microsoft.com/office/drawing/2014/main" id="{F1BE039E-C947-E708-074B-8BDEC201C7A9}"/>
                    </a:ext>
                  </a:extLst>
                </p:cNvPr>
                <p:cNvSpPr/>
                <p:nvPr/>
              </p:nvSpPr>
              <p:spPr>
                <a:xfrm>
                  <a:off x="9800761" y="3722008"/>
                  <a:ext cx="4788" cy="1645449"/>
                </a:xfrm>
                <a:custGeom>
                  <a:avLst/>
                  <a:gdLst>
                    <a:gd name="connsiteX0" fmla="*/ 1 w 4788"/>
                    <a:gd name="connsiteY0" fmla="*/ 1 h 1645449"/>
                    <a:gd name="connsiteX1" fmla="*/ 1 w 4788"/>
                    <a:gd name="connsiteY1" fmla="*/ 1645450 h 1645449"/>
                  </a:gdLst>
                  <a:ahLst/>
                  <a:cxnLst>
                    <a:cxn ang="0">
                      <a:pos x="connsiteX0" y="connsiteY0"/>
                    </a:cxn>
                    <a:cxn ang="0">
                      <a:pos x="connsiteX1" y="connsiteY1"/>
                    </a:cxn>
                  </a:cxnLst>
                  <a:rect l="l" t="t" r="r" b="b"/>
                  <a:pathLst>
                    <a:path w="4788" h="1645449">
                      <a:moveTo>
                        <a:pt x="1" y="1"/>
                      </a:moveTo>
                      <a:lnTo>
                        <a:pt x="1" y="1645450"/>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58" name="Freihandform: Form 57">
                  <a:extLst>
                    <a:ext uri="{FF2B5EF4-FFF2-40B4-BE49-F238E27FC236}">
                      <a16:creationId xmlns:a16="http://schemas.microsoft.com/office/drawing/2014/main" id="{678A642A-2BC3-A8EB-413B-875519CA1197}"/>
                    </a:ext>
                  </a:extLst>
                </p:cNvPr>
                <p:cNvSpPr/>
                <p:nvPr/>
              </p:nvSpPr>
              <p:spPr>
                <a:xfrm>
                  <a:off x="9784001" y="5359078"/>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59" name="Grafik 58">
                <a:extLst>
                  <a:ext uri="{FF2B5EF4-FFF2-40B4-BE49-F238E27FC236}">
                    <a16:creationId xmlns:a16="http://schemas.microsoft.com/office/drawing/2014/main" id="{7C3E7936-3261-AAAE-4E6D-26AF3F39BFA9}"/>
                  </a:ext>
                </a:extLst>
              </p:cNvPr>
              <p:cNvPicPr>
                <a:picLocks noChangeAspect="1"/>
              </p:cNvPicPr>
              <p:nvPr/>
            </p:nvPicPr>
            <p:blipFill>
              <a:blip r:embed="rId2"/>
              <a:stretch>
                <a:fillRect/>
              </a:stretch>
            </p:blipFill>
            <p:spPr>
              <a:xfrm>
                <a:off x="9752876" y="460547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60" name="Grafik 7">
              <a:extLst>
                <a:ext uri="{FF2B5EF4-FFF2-40B4-BE49-F238E27FC236}">
                  <a16:creationId xmlns:a16="http://schemas.microsoft.com/office/drawing/2014/main" id="{2DECC507-FB51-9A3D-56BC-9D54A8C3EB02}"/>
                </a:ext>
              </a:extLst>
            </p:cNvPr>
            <p:cNvGrpSpPr/>
            <p:nvPr/>
          </p:nvGrpSpPr>
          <p:grpSpPr>
            <a:xfrm>
              <a:off x="7866809" y="3188098"/>
              <a:ext cx="1933951" cy="246604"/>
              <a:chOff x="7866809" y="3188098"/>
              <a:chExt cx="1933951" cy="246604"/>
            </a:xfrm>
          </p:grpSpPr>
          <p:grpSp>
            <p:nvGrpSpPr>
              <p:cNvPr id="61" name="Grafik 7">
                <a:extLst>
                  <a:ext uri="{FF2B5EF4-FFF2-40B4-BE49-F238E27FC236}">
                    <a16:creationId xmlns:a16="http://schemas.microsoft.com/office/drawing/2014/main" id="{F2DB0E4A-9606-2458-2861-4DB5DB72D345}"/>
                  </a:ext>
                </a:extLst>
              </p:cNvPr>
              <p:cNvGrpSpPr/>
              <p:nvPr/>
            </p:nvGrpSpPr>
            <p:grpSpPr>
              <a:xfrm>
                <a:off x="7866809" y="3202463"/>
                <a:ext cx="1933951" cy="232238"/>
                <a:chOff x="7866809" y="3202463"/>
                <a:chExt cx="1933951" cy="232238"/>
              </a:xfrm>
            </p:grpSpPr>
            <p:sp>
              <p:nvSpPr>
                <p:cNvPr id="62" name="Freihandform: Form 61">
                  <a:extLst>
                    <a:ext uri="{FF2B5EF4-FFF2-40B4-BE49-F238E27FC236}">
                      <a16:creationId xmlns:a16="http://schemas.microsoft.com/office/drawing/2014/main" id="{9F01FCDD-AAD9-40DA-4B6D-DD1764E3E799}"/>
                    </a:ext>
                  </a:extLst>
                </p:cNvPr>
                <p:cNvSpPr/>
                <p:nvPr/>
              </p:nvSpPr>
              <p:spPr>
                <a:xfrm>
                  <a:off x="7891948" y="3219223"/>
                  <a:ext cx="1908812" cy="215479"/>
                </a:xfrm>
                <a:custGeom>
                  <a:avLst/>
                  <a:gdLst>
                    <a:gd name="connsiteX0" fmla="*/ 1908813 w 1908812"/>
                    <a:gd name="connsiteY0" fmla="*/ 215480 h 215479"/>
                    <a:gd name="connsiteX1" fmla="*/ 1908813 w 1908812"/>
                    <a:gd name="connsiteY1" fmla="*/ 288 h 215479"/>
                    <a:gd name="connsiteX2" fmla="*/ 1 w 1908812"/>
                    <a:gd name="connsiteY2" fmla="*/ 1 h 215479"/>
                  </a:gdLst>
                  <a:ahLst/>
                  <a:cxnLst>
                    <a:cxn ang="0">
                      <a:pos x="connsiteX0" y="connsiteY0"/>
                    </a:cxn>
                    <a:cxn ang="0">
                      <a:pos x="connsiteX1" y="connsiteY1"/>
                    </a:cxn>
                    <a:cxn ang="0">
                      <a:pos x="connsiteX2" y="connsiteY2"/>
                    </a:cxn>
                  </a:cxnLst>
                  <a:rect l="l" t="t" r="r" b="b"/>
                  <a:pathLst>
                    <a:path w="1908812" h="215479">
                      <a:moveTo>
                        <a:pt x="1908813" y="215480"/>
                      </a:moveTo>
                      <a:lnTo>
                        <a:pt x="1908813" y="288"/>
                      </a:lnTo>
                      <a:lnTo>
                        <a:pt x="1" y="1"/>
                      </a:lnTo>
                    </a:path>
                  </a:pathLst>
                </a:custGeom>
                <a:noFill/>
                <a:ln w="4785" cap="flat">
                  <a:solidFill>
                    <a:srgbClr val="000000"/>
                  </a:solidFill>
                  <a:prstDash val="solid"/>
                  <a:miter/>
                </a:ln>
              </p:spPr>
              <p:txBody>
                <a:bodyPr rtlCol="0" anchor="ctr"/>
                <a:lstStyle/>
                <a:p>
                  <a:endParaRPr lang="de-DE"/>
                </a:p>
              </p:txBody>
            </p:sp>
            <p:sp>
              <p:nvSpPr>
                <p:cNvPr id="63" name="Freihandform: Form 62">
                  <a:extLst>
                    <a:ext uri="{FF2B5EF4-FFF2-40B4-BE49-F238E27FC236}">
                      <a16:creationId xmlns:a16="http://schemas.microsoft.com/office/drawing/2014/main" id="{3A92D055-38ED-74F8-8A1D-662F3D2CD776}"/>
                    </a:ext>
                  </a:extLst>
                </p:cNvPr>
                <p:cNvSpPr/>
                <p:nvPr/>
              </p:nvSpPr>
              <p:spPr>
                <a:xfrm>
                  <a:off x="7866809" y="3202463"/>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64" name="Grafik 63">
                <a:extLst>
                  <a:ext uri="{FF2B5EF4-FFF2-40B4-BE49-F238E27FC236}">
                    <a16:creationId xmlns:a16="http://schemas.microsoft.com/office/drawing/2014/main" id="{D65C54EA-D74A-9A92-E703-F0411E9FFAD4}"/>
                  </a:ext>
                </a:extLst>
              </p:cNvPr>
              <p:cNvPicPr>
                <a:picLocks noChangeAspect="1"/>
              </p:cNvPicPr>
              <p:nvPr/>
            </p:nvPicPr>
            <p:blipFill>
              <a:blip r:embed="rId7"/>
              <a:stretch>
                <a:fillRect/>
              </a:stretch>
            </p:blipFill>
            <p:spPr>
              <a:xfrm>
                <a:off x="8677873" y="3188098"/>
                <a:ext cx="105345" cy="75417"/>
              </a:xfrm>
              <a:custGeom>
                <a:avLst/>
                <a:gdLst>
                  <a:gd name="connsiteX0" fmla="*/ 0 w 105345"/>
                  <a:gd name="connsiteY0" fmla="*/ 0 h 75417"/>
                  <a:gd name="connsiteX1" fmla="*/ 105346 w 105345"/>
                  <a:gd name="connsiteY1" fmla="*/ 0 h 75417"/>
                  <a:gd name="connsiteX2" fmla="*/ 105346 w 105345"/>
                  <a:gd name="connsiteY2" fmla="*/ 75418 h 75417"/>
                  <a:gd name="connsiteX3" fmla="*/ 0 w 105345"/>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05345" h="75417">
                    <a:moveTo>
                      <a:pt x="0" y="0"/>
                    </a:moveTo>
                    <a:lnTo>
                      <a:pt x="105346" y="0"/>
                    </a:lnTo>
                    <a:lnTo>
                      <a:pt x="105346" y="75418"/>
                    </a:lnTo>
                    <a:lnTo>
                      <a:pt x="0" y="75418"/>
                    </a:lnTo>
                    <a:close/>
                  </a:path>
                </a:pathLst>
              </a:custGeom>
            </p:spPr>
          </p:pic>
        </p:grpSp>
        <p:grpSp>
          <p:nvGrpSpPr>
            <p:cNvPr id="65" name="Grafik 7">
              <a:extLst>
                <a:ext uri="{FF2B5EF4-FFF2-40B4-BE49-F238E27FC236}">
                  <a16:creationId xmlns:a16="http://schemas.microsoft.com/office/drawing/2014/main" id="{63156513-D551-2107-2DF1-A78CC352FAAA}"/>
                </a:ext>
              </a:extLst>
            </p:cNvPr>
            <p:cNvGrpSpPr/>
            <p:nvPr/>
          </p:nvGrpSpPr>
          <p:grpSpPr>
            <a:xfrm>
              <a:off x="9513455" y="3434702"/>
              <a:ext cx="574611" cy="287305"/>
              <a:chOff x="9513455" y="3434702"/>
              <a:chExt cx="574611" cy="287305"/>
            </a:xfrm>
            <a:solidFill>
              <a:srgbClr val="FFFFFF"/>
            </a:solidFill>
          </p:grpSpPr>
          <p:sp>
            <p:nvSpPr>
              <p:cNvPr id="66" name="Freihandform: Form 65">
                <a:extLst>
                  <a:ext uri="{FF2B5EF4-FFF2-40B4-BE49-F238E27FC236}">
                    <a16:creationId xmlns:a16="http://schemas.microsoft.com/office/drawing/2014/main" id="{6A80FF04-18FC-4A2F-B764-060DB909C654}"/>
                  </a:ext>
                </a:extLst>
              </p:cNvPr>
              <p:cNvSpPr/>
              <p:nvPr/>
            </p:nvSpPr>
            <p:spPr>
              <a:xfrm>
                <a:off x="9513455" y="3434702"/>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67" name="Grafik 66">
                <a:extLst>
                  <a:ext uri="{FF2B5EF4-FFF2-40B4-BE49-F238E27FC236}">
                    <a16:creationId xmlns:a16="http://schemas.microsoft.com/office/drawing/2014/main" id="{C0AC2AC8-40F8-D114-1DC5-F634E0407C22}"/>
                  </a:ext>
                </a:extLst>
              </p:cNvPr>
              <p:cNvPicPr>
                <a:picLocks noChangeAspect="1"/>
              </p:cNvPicPr>
              <p:nvPr/>
            </p:nvPicPr>
            <p:blipFill>
              <a:blip r:embed="rId8"/>
              <a:stretch>
                <a:fillRect/>
              </a:stretch>
            </p:blipFill>
            <p:spPr>
              <a:xfrm>
                <a:off x="9515849" y="3508923"/>
                <a:ext cx="565034" cy="153229"/>
              </a:xfrm>
              <a:custGeom>
                <a:avLst/>
                <a:gdLst>
                  <a:gd name="connsiteX0" fmla="*/ 0 w 565034"/>
                  <a:gd name="connsiteY0" fmla="*/ 0 h 153229"/>
                  <a:gd name="connsiteX1" fmla="*/ 565035 w 565034"/>
                  <a:gd name="connsiteY1" fmla="*/ 0 h 153229"/>
                  <a:gd name="connsiteX2" fmla="*/ 565035 w 565034"/>
                  <a:gd name="connsiteY2" fmla="*/ 153230 h 153229"/>
                  <a:gd name="connsiteX3" fmla="*/ 0 w 565034"/>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565034" h="153229">
                    <a:moveTo>
                      <a:pt x="0" y="0"/>
                    </a:moveTo>
                    <a:lnTo>
                      <a:pt x="565035" y="0"/>
                    </a:lnTo>
                    <a:lnTo>
                      <a:pt x="565035" y="153230"/>
                    </a:lnTo>
                    <a:lnTo>
                      <a:pt x="0" y="153230"/>
                    </a:lnTo>
                    <a:close/>
                  </a:path>
                </a:pathLst>
              </a:custGeom>
            </p:spPr>
          </p:pic>
        </p:grpSp>
        <p:grpSp>
          <p:nvGrpSpPr>
            <p:cNvPr id="68" name="Grafik 7">
              <a:extLst>
                <a:ext uri="{FF2B5EF4-FFF2-40B4-BE49-F238E27FC236}">
                  <a16:creationId xmlns:a16="http://schemas.microsoft.com/office/drawing/2014/main" id="{DC5F9C6C-DE3D-C868-F446-B7D17A433284}"/>
                </a:ext>
              </a:extLst>
            </p:cNvPr>
            <p:cNvGrpSpPr/>
            <p:nvPr/>
          </p:nvGrpSpPr>
          <p:grpSpPr>
            <a:xfrm>
              <a:off x="7866809" y="3106695"/>
              <a:ext cx="3418365" cy="902619"/>
              <a:chOff x="7866809" y="3106695"/>
              <a:chExt cx="3418365" cy="902619"/>
            </a:xfrm>
          </p:grpSpPr>
          <p:grpSp>
            <p:nvGrpSpPr>
              <p:cNvPr id="69" name="Grafik 7">
                <a:extLst>
                  <a:ext uri="{FF2B5EF4-FFF2-40B4-BE49-F238E27FC236}">
                    <a16:creationId xmlns:a16="http://schemas.microsoft.com/office/drawing/2014/main" id="{CE506372-1A8F-AB4D-539D-904A0DF638F6}"/>
                  </a:ext>
                </a:extLst>
              </p:cNvPr>
              <p:cNvGrpSpPr/>
              <p:nvPr/>
            </p:nvGrpSpPr>
            <p:grpSpPr>
              <a:xfrm>
                <a:off x="7866809" y="3130637"/>
                <a:ext cx="3418365" cy="878677"/>
                <a:chOff x="7866809" y="3130637"/>
                <a:chExt cx="3418365" cy="878677"/>
              </a:xfrm>
            </p:grpSpPr>
            <p:sp>
              <p:nvSpPr>
                <p:cNvPr id="70" name="Freihandform: Form 69">
                  <a:extLst>
                    <a:ext uri="{FF2B5EF4-FFF2-40B4-BE49-F238E27FC236}">
                      <a16:creationId xmlns:a16="http://schemas.microsoft.com/office/drawing/2014/main" id="{BE4D2D0E-A315-6005-66B6-6DCB3839A2DF}"/>
                    </a:ext>
                  </a:extLst>
                </p:cNvPr>
                <p:cNvSpPr/>
                <p:nvPr/>
              </p:nvSpPr>
              <p:spPr>
                <a:xfrm>
                  <a:off x="7891948" y="3147397"/>
                  <a:ext cx="3393226" cy="861917"/>
                </a:xfrm>
                <a:custGeom>
                  <a:avLst/>
                  <a:gdLst>
                    <a:gd name="connsiteX0" fmla="*/ 3153806 w 3393226"/>
                    <a:gd name="connsiteY0" fmla="*/ 861918 h 861917"/>
                    <a:gd name="connsiteX1" fmla="*/ 3393227 w 3393226"/>
                    <a:gd name="connsiteY1" fmla="*/ 861918 h 861917"/>
                    <a:gd name="connsiteX2" fmla="*/ 3393227 w 3393226"/>
                    <a:gd name="connsiteY2" fmla="*/ 1 h 861917"/>
                    <a:gd name="connsiteX3" fmla="*/ 1 w 3393226"/>
                    <a:gd name="connsiteY3" fmla="*/ 1 h 861917"/>
                  </a:gdLst>
                  <a:ahLst/>
                  <a:cxnLst>
                    <a:cxn ang="0">
                      <a:pos x="connsiteX0" y="connsiteY0"/>
                    </a:cxn>
                    <a:cxn ang="0">
                      <a:pos x="connsiteX1" y="connsiteY1"/>
                    </a:cxn>
                    <a:cxn ang="0">
                      <a:pos x="connsiteX2" y="connsiteY2"/>
                    </a:cxn>
                    <a:cxn ang="0">
                      <a:pos x="connsiteX3" y="connsiteY3"/>
                    </a:cxn>
                  </a:cxnLst>
                  <a:rect l="l" t="t" r="r" b="b"/>
                  <a:pathLst>
                    <a:path w="3393226" h="861917">
                      <a:moveTo>
                        <a:pt x="3153806" y="861918"/>
                      </a:moveTo>
                      <a:lnTo>
                        <a:pt x="3393227" y="861918"/>
                      </a:lnTo>
                      <a:lnTo>
                        <a:pt x="3393227" y="1"/>
                      </a:lnTo>
                      <a:lnTo>
                        <a:pt x="1" y="1"/>
                      </a:lnTo>
                    </a:path>
                  </a:pathLst>
                </a:custGeom>
                <a:noFill/>
                <a:ln w="4785" cap="flat">
                  <a:solidFill>
                    <a:srgbClr val="000000"/>
                  </a:solidFill>
                  <a:prstDash val="solid"/>
                  <a:miter/>
                </a:ln>
              </p:spPr>
              <p:txBody>
                <a:bodyPr rtlCol="0" anchor="ctr"/>
                <a:lstStyle/>
                <a:p>
                  <a:endParaRPr lang="de-DE"/>
                </a:p>
              </p:txBody>
            </p:sp>
            <p:sp>
              <p:nvSpPr>
                <p:cNvPr id="71" name="Freihandform: Form 70">
                  <a:extLst>
                    <a:ext uri="{FF2B5EF4-FFF2-40B4-BE49-F238E27FC236}">
                      <a16:creationId xmlns:a16="http://schemas.microsoft.com/office/drawing/2014/main" id="{A1819FEC-78C3-336E-CC58-65AD734B410B}"/>
                    </a:ext>
                  </a:extLst>
                </p:cNvPr>
                <p:cNvSpPr/>
                <p:nvPr/>
              </p:nvSpPr>
              <p:spPr>
                <a:xfrm>
                  <a:off x="7866809" y="3130637"/>
                  <a:ext cx="33519" cy="33519"/>
                </a:xfrm>
                <a:custGeom>
                  <a:avLst/>
                  <a:gdLst>
                    <a:gd name="connsiteX0" fmla="*/ 1 w 33519"/>
                    <a:gd name="connsiteY0" fmla="*/ 16760 h 33519"/>
                    <a:gd name="connsiteX1" fmla="*/ 33520 w 33519"/>
                    <a:gd name="connsiteY1" fmla="*/ 1 h 33519"/>
                    <a:gd name="connsiteX2" fmla="*/ 25140 w 33519"/>
                    <a:gd name="connsiteY2" fmla="*/ 16760 h 33519"/>
                    <a:gd name="connsiteX3" fmla="*/ 33520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 y="16760"/>
                      </a:moveTo>
                      <a:lnTo>
                        <a:pt x="33520" y="1"/>
                      </a:lnTo>
                      <a:lnTo>
                        <a:pt x="25140" y="16760"/>
                      </a:lnTo>
                      <a:lnTo>
                        <a:pt x="33520"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72" name="Grafik 71">
                <a:extLst>
                  <a:ext uri="{FF2B5EF4-FFF2-40B4-BE49-F238E27FC236}">
                    <a16:creationId xmlns:a16="http://schemas.microsoft.com/office/drawing/2014/main" id="{CE1C31EE-4ADB-C99B-B678-ED2669EC493C}"/>
                  </a:ext>
                </a:extLst>
              </p:cNvPr>
              <p:cNvPicPr>
                <a:picLocks noChangeAspect="1"/>
              </p:cNvPicPr>
              <p:nvPr/>
            </p:nvPicPr>
            <p:blipFill>
              <a:blip r:embed="rId7"/>
              <a:stretch>
                <a:fillRect/>
              </a:stretch>
            </p:blipFill>
            <p:spPr>
              <a:xfrm>
                <a:off x="8663508" y="3106695"/>
                <a:ext cx="105345" cy="75417"/>
              </a:xfrm>
              <a:custGeom>
                <a:avLst/>
                <a:gdLst>
                  <a:gd name="connsiteX0" fmla="*/ 0 w 105345"/>
                  <a:gd name="connsiteY0" fmla="*/ 0 h 75417"/>
                  <a:gd name="connsiteX1" fmla="*/ 105346 w 105345"/>
                  <a:gd name="connsiteY1" fmla="*/ 0 h 75417"/>
                  <a:gd name="connsiteX2" fmla="*/ 105346 w 105345"/>
                  <a:gd name="connsiteY2" fmla="*/ 75418 h 75417"/>
                  <a:gd name="connsiteX3" fmla="*/ 0 w 105345"/>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05345" h="75417">
                    <a:moveTo>
                      <a:pt x="0" y="0"/>
                    </a:moveTo>
                    <a:lnTo>
                      <a:pt x="105346" y="0"/>
                    </a:lnTo>
                    <a:lnTo>
                      <a:pt x="105346" y="75418"/>
                    </a:lnTo>
                    <a:lnTo>
                      <a:pt x="0" y="75418"/>
                    </a:lnTo>
                    <a:close/>
                  </a:path>
                </a:pathLst>
              </a:custGeom>
            </p:spPr>
          </p:pic>
        </p:grpSp>
        <p:grpSp>
          <p:nvGrpSpPr>
            <p:cNvPr id="73" name="Grafik 7">
              <a:extLst>
                <a:ext uri="{FF2B5EF4-FFF2-40B4-BE49-F238E27FC236}">
                  <a16:creationId xmlns:a16="http://schemas.microsoft.com/office/drawing/2014/main" id="{6002F8AD-CCEA-9A69-5D9D-D3B341B077EE}"/>
                </a:ext>
              </a:extLst>
            </p:cNvPr>
            <p:cNvGrpSpPr/>
            <p:nvPr/>
          </p:nvGrpSpPr>
          <p:grpSpPr>
            <a:xfrm>
              <a:off x="10631554" y="4158330"/>
              <a:ext cx="268152" cy="276579"/>
              <a:chOff x="10631554" y="4158330"/>
              <a:chExt cx="268152" cy="276579"/>
            </a:xfrm>
          </p:grpSpPr>
          <p:grpSp>
            <p:nvGrpSpPr>
              <p:cNvPr id="74" name="Grafik 7">
                <a:extLst>
                  <a:ext uri="{FF2B5EF4-FFF2-40B4-BE49-F238E27FC236}">
                    <a16:creationId xmlns:a16="http://schemas.microsoft.com/office/drawing/2014/main" id="{E0305879-64EF-F670-6D9E-E6ADCEDA7890}"/>
                  </a:ext>
                </a:extLst>
              </p:cNvPr>
              <p:cNvGrpSpPr/>
              <p:nvPr/>
            </p:nvGrpSpPr>
            <p:grpSpPr>
              <a:xfrm>
                <a:off x="10741688" y="4158330"/>
                <a:ext cx="33519" cy="276579"/>
                <a:chOff x="10741688" y="4158330"/>
                <a:chExt cx="33519" cy="276579"/>
              </a:xfrm>
            </p:grpSpPr>
            <p:sp>
              <p:nvSpPr>
                <p:cNvPr id="75" name="Freihandform: Form 74">
                  <a:extLst>
                    <a:ext uri="{FF2B5EF4-FFF2-40B4-BE49-F238E27FC236}">
                      <a16:creationId xmlns:a16="http://schemas.microsoft.com/office/drawing/2014/main" id="{91C2B222-B6F7-BECE-7D39-67BA93717F7B}"/>
                    </a:ext>
                  </a:extLst>
                </p:cNvPr>
                <p:cNvSpPr/>
                <p:nvPr/>
              </p:nvSpPr>
              <p:spPr>
                <a:xfrm>
                  <a:off x="10758447" y="4183470"/>
                  <a:ext cx="4788" cy="226301"/>
                </a:xfrm>
                <a:custGeom>
                  <a:avLst/>
                  <a:gdLst>
                    <a:gd name="connsiteX0" fmla="*/ 1 w 4788"/>
                    <a:gd name="connsiteY0" fmla="*/ 1 h 226301"/>
                    <a:gd name="connsiteX1" fmla="*/ 1 w 4788"/>
                    <a:gd name="connsiteY1" fmla="*/ 226302 h 226301"/>
                  </a:gdLst>
                  <a:ahLst/>
                  <a:cxnLst>
                    <a:cxn ang="0">
                      <a:pos x="connsiteX0" y="connsiteY0"/>
                    </a:cxn>
                    <a:cxn ang="0">
                      <a:pos x="connsiteX1" y="connsiteY1"/>
                    </a:cxn>
                  </a:cxnLst>
                  <a:rect l="l" t="t" r="r" b="b"/>
                  <a:pathLst>
                    <a:path w="4788" h="226301">
                      <a:moveTo>
                        <a:pt x="1" y="1"/>
                      </a:moveTo>
                      <a:lnTo>
                        <a:pt x="1" y="226302"/>
                      </a:lnTo>
                    </a:path>
                  </a:pathLst>
                </a:custGeom>
                <a:noFill/>
                <a:ln w="4785" cap="flat">
                  <a:solidFill>
                    <a:srgbClr val="000000"/>
                  </a:solidFill>
                  <a:prstDash val="solid"/>
                  <a:miter/>
                </a:ln>
              </p:spPr>
              <p:txBody>
                <a:bodyPr rtlCol="0" anchor="ctr"/>
                <a:lstStyle/>
                <a:p>
                  <a:endParaRPr lang="de-DE"/>
                </a:p>
              </p:txBody>
            </p:sp>
            <p:sp>
              <p:nvSpPr>
                <p:cNvPr id="76" name="Freihandform: Form 75">
                  <a:extLst>
                    <a:ext uri="{FF2B5EF4-FFF2-40B4-BE49-F238E27FC236}">
                      <a16:creationId xmlns:a16="http://schemas.microsoft.com/office/drawing/2014/main" id="{80FC3128-DC32-8D4C-6EB2-432C32449A23}"/>
                    </a:ext>
                  </a:extLst>
                </p:cNvPr>
                <p:cNvSpPr/>
                <p:nvPr/>
              </p:nvSpPr>
              <p:spPr>
                <a:xfrm>
                  <a:off x="10741688" y="41583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77" name="Freihandform: Form 76">
                  <a:extLst>
                    <a:ext uri="{FF2B5EF4-FFF2-40B4-BE49-F238E27FC236}">
                      <a16:creationId xmlns:a16="http://schemas.microsoft.com/office/drawing/2014/main" id="{1F57D59F-0C9D-5A92-F7A5-EFD5C68420D0}"/>
                    </a:ext>
                  </a:extLst>
                </p:cNvPr>
                <p:cNvSpPr/>
                <p:nvPr/>
              </p:nvSpPr>
              <p:spPr>
                <a:xfrm>
                  <a:off x="10741688" y="4401391"/>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78" name="Grafik 77">
                <a:extLst>
                  <a:ext uri="{FF2B5EF4-FFF2-40B4-BE49-F238E27FC236}">
                    <a16:creationId xmlns:a16="http://schemas.microsoft.com/office/drawing/2014/main" id="{72E31D6B-BC5F-4DAB-9D6B-D5D0E7C230E2}"/>
                  </a:ext>
                </a:extLst>
              </p:cNvPr>
              <p:cNvPicPr>
                <a:picLocks noChangeAspect="1"/>
              </p:cNvPicPr>
              <p:nvPr/>
            </p:nvPicPr>
            <p:blipFill>
              <a:blip r:embed="rId5"/>
              <a:stretch>
                <a:fillRect/>
              </a:stretch>
            </p:blipFill>
            <p:spPr>
              <a:xfrm>
                <a:off x="10631554" y="42295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79" name="Grafik 7">
              <a:extLst>
                <a:ext uri="{FF2B5EF4-FFF2-40B4-BE49-F238E27FC236}">
                  <a16:creationId xmlns:a16="http://schemas.microsoft.com/office/drawing/2014/main" id="{47FC4093-D201-4F8E-A09F-614440288A7A}"/>
                </a:ext>
              </a:extLst>
            </p:cNvPr>
            <p:cNvGrpSpPr/>
            <p:nvPr/>
          </p:nvGrpSpPr>
          <p:grpSpPr>
            <a:xfrm>
              <a:off x="10471141" y="3865661"/>
              <a:ext cx="574611" cy="287305"/>
              <a:chOff x="10471141" y="3865661"/>
              <a:chExt cx="574611" cy="287305"/>
            </a:xfrm>
            <a:solidFill>
              <a:srgbClr val="FFFFFF"/>
            </a:solidFill>
          </p:grpSpPr>
          <p:sp>
            <p:nvSpPr>
              <p:cNvPr id="80" name="Freihandform: Form 79">
                <a:extLst>
                  <a:ext uri="{FF2B5EF4-FFF2-40B4-BE49-F238E27FC236}">
                    <a16:creationId xmlns:a16="http://schemas.microsoft.com/office/drawing/2014/main" id="{70E0F7C4-E8AB-B603-733F-5B7CD92041F9}"/>
                  </a:ext>
                </a:extLst>
              </p:cNvPr>
              <p:cNvSpPr/>
              <p:nvPr/>
            </p:nvSpPr>
            <p:spPr>
              <a:xfrm>
                <a:off x="10471141" y="38656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81" name="Grafik 80">
                <a:extLst>
                  <a:ext uri="{FF2B5EF4-FFF2-40B4-BE49-F238E27FC236}">
                    <a16:creationId xmlns:a16="http://schemas.microsoft.com/office/drawing/2014/main" id="{F9A782B7-BC98-5123-4C86-9E43B17C7AEC}"/>
                  </a:ext>
                </a:extLst>
              </p:cNvPr>
              <p:cNvPicPr>
                <a:picLocks noChangeAspect="1"/>
              </p:cNvPicPr>
              <p:nvPr/>
            </p:nvPicPr>
            <p:blipFill>
              <a:blip r:embed="rId9"/>
              <a:stretch>
                <a:fillRect/>
              </a:stretch>
            </p:blipFill>
            <p:spPr>
              <a:xfrm>
                <a:off x="10473535" y="39757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82" name="Grafik 7">
              <a:extLst>
                <a:ext uri="{FF2B5EF4-FFF2-40B4-BE49-F238E27FC236}">
                  <a16:creationId xmlns:a16="http://schemas.microsoft.com/office/drawing/2014/main" id="{2A9E0159-FF99-7403-169C-D1FE485CEC39}"/>
                </a:ext>
              </a:extLst>
            </p:cNvPr>
            <p:cNvGrpSpPr/>
            <p:nvPr/>
          </p:nvGrpSpPr>
          <p:grpSpPr>
            <a:xfrm>
              <a:off x="9130380" y="4078747"/>
              <a:ext cx="1335397" cy="313642"/>
              <a:chOff x="9130380" y="4078747"/>
              <a:chExt cx="1335397" cy="313642"/>
            </a:xfrm>
          </p:grpSpPr>
          <p:grpSp>
            <p:nvGrpSpPr>
              <p:cNvPr id="83" name="Grafik 7">
                <a:extLst>
                  <a:ext uri="{FF2B5EF4-FFF2-40B4-BE49-F238E27FC236}">
                    <a16:creationId xmlns:a16="http://schemas.microsoft.com/office/drawing/2014/main" id="{E0B8A8BB-98CD-1425-93F8-DEC6527AB41F}"/>
                  </a:ext>
                </a:extLst>
              </p:cNvPr>
              <p:cNvGrpSpPr/>
              <p:nvPr/>
            </p:nvGrpSpPr>
            <p:grpSpPr>
              <a:xfrm>
                <a:off x="9130380" y="4088323"/>
                <a:ext cx="1335397" cy="304065"/>
                <a:chOff x="9130380" y="4088323"/>
                <a:chExt cx="1335397" cy="304065"/>
              </a:xfrm>
            </p:grpSpPr>
            <p:sp>
              <p:nvSpPr>
                <p:cNvPr id="84" name="Freihandform: Form 83">
                  <a:extLst>
                    <a:ext uri="{FF2B5EF4-FFF2-40B4-BE49-F238E27FC236}">
                      <a16:creationId xmlns:a16="http://schemas.microsoft.com/office/drawing/2014/main" id="{176E40CA-24DD-C1C4-2DF0-F06DC94E63DC}"/>
                    </a:ext>
                  </a:extLst>
                </p:cNvPr>
                <p:cNvSpPr/>
                <p:nvPr/>
              </p:nvSpPr>
              <p:spPr>
                <a:xfrm>
                  <a:off x="9130380" y="4105083"/>
                  <a:ext cx="1310258" cy="287305"/>
                </a:xfrm>
                <a:custGeom>
                  <a:avLst/>
                  <a:gdLst>
                    <a:gd name="connsiteX0" fmla="*/ 1 w 1310258"/>
                    <a:gd name="connsiteY0" fmla="*/ 287306 h 287305"/>
                    <a:gd name="connsiteX1" fmla="*/ 1 w 1310258"/>
                    <a:gd name="connsiteY1" fmla="*/ 1 h 287305"/>
                    <a:gd name="connsiteX2" fmla="*/ 1310259 w 1310258"/>
                    <a:gd name="connsiteY2" fmla="*/ 1 h 287305"/>
                  </a:gdLst>
                  <a:ahLst/>
                  <a:cxnLst>
                    <a:cxn ang="0">
                      <a:pos x="connsiteX0" y="connsiteY0"/>
                    </a:cxn>
                    <a:cxn ang="0">
                      <a:pos x="connsiteX1" y="connsiteY1"/>
                    </a:cxn>
                    <a:cxn ang="0">
                      <a:pos x="connsiteX2" y="connsiteY2"/>
                    </a:cxn>
                  </a:cxnLst>
                  <a:rect l="l" t="t" r="r" b="b"/>
                  <a:pathLst>
                    <a:path w="1310258" h="287305">
                      <a:moveTo>
                        <a:pt x="1" y="287306"/>
                      </a:moveTo>
                      <a:lnTo>
                        <a:pt x="1" y="1"/>
                      </a:lnTo>
                      <a:lnTo>
                        <a:pt x="1310259" y="1"/>
                      </a:lnTo>
                    </a:path>
                  </a:pathLst>
                </a:custGeom>
                <a:noFill/>
                <a:ln w="4785" cap="flat">
                  <a:solidFill>
                    <a:srgbClr val="000000"/>
                  </a:solidFill>
                  <a:custDash>
                    <a:ds d="75000" sp="300000"/>
                  </a:custDash>
                  <a:miter/>
                </a:ln>
              </p:spPr>
              <p:txBody>
                <a:bodyPr rtlCol="0" anchor="ctr"/>
                <a:lstStyle/>
                <a:p>
                  <a:endParaRPr lang="de-DE"/>
                </a:p>
              </p:txBody>
            </p:sp>
            <p:sp>
              <p:nvSpPr>
                <p:cNvPr id="85" name="Freihandform: Form 84">
                  <a:extLst>
                    <a:ext uri="{FF2B5EF4-FFF2-40B4-BE49-F238E27FC236}">
                      <a16:creationId xmlns:a16="http://schemas.microsoft.com/office/drawing/2014/main" id="{72D10553-402D-A819-D1F1-70CF527ABEF3}"/>
                    </a:ext>
                  </a:extLst>
                </p:cNvPr>
                <p:cNvSpPr/>
                <p:nvPr/>
              </p:nvSpPr>
              <p:spPr>
                <a:xfrm>
                  <a:off x="10432259" y="4088323"/>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86" name="Grafik 85">
                <a:extLst>
                  <a:ext uri="{FF2B5EF4-FFF2-40B4-BE49-F238E27FC236}">
                    <a16:creationId xmlns:a16="http://schemas.microsoft.com/office/drawing/2014/main" id="{740BDBAF-8639-595A-6451-8292A4CA43AF}"/>
                  </a:ext>
                </a:extLst>
              </p:cNvPr>
              <p:cNvPicPr>
                <a:picLocks noChangeAspect="1"/>
              </p:cNvPicPr>
              <p:nvPr/>
            </p:nvPicPr>
            <p:blipFill>
              <a:blip r:embed="rId4"/>
              <a:stretch>
                <a:fillRect/>
              </a:stretch>
            </p:blipFill>
            <p:spPr>
              <a:xfrm>
                <a:off x="9412898" y="4078747"/>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87" name="Grafik 7">
              <a:extLst>
                <a:ext uri="{FF2B5EF4-FFF2-40B4-BE49-F238E27FC236}">
                  <a16:creationId xmlns:a16="http://schemas.microsoft.com/office/drawing/2014/main" id="{0609D152-C841-9CEC-B1EC-0380C1877E12}"/>
                </a:ext>
              </a:extLst>
            </p:cNvPr>
            <p:cNvGrpSpPr/>
            <p:nvPr/>
          </p:nvGrpSpPr>
          <p:grpSpPr>
            <a:xfrm>
              <a:off x="4995569" y="4679695"/>
              <a:ext cx="3895389" cy="709885"/>
              <a:chOff x="4995569" y="4679695"/>
              <a:chExt cx="3895389" cy="709885"/>
            </a:xfrm>
          </p:grpSpPr>
          <p:grpSp>
            <p:nvGrpSpPr>
              <p:cNvPr id="88" name="Grafik 7">
                <a:extLst>
                  <a:ext uri="{FF2B5EF4-FFF2-40B4-BE49-F238E27FC236}">
                    <a16:creationId xmlns:a16="http://schemas.microsoft.com/office/drawing/2014/main" id="{342C8AB7-5AC4-52BD-AD44-211D11D85AB2}"/>
                  </a:ext>
                </a:extLst>
              </p:cNvPr>
              <p:cNvGrpSpPr/>
              <p:nvPr/>
            </p:nvGrpSpPr>
            <p:grpSpPr>
              <a:xfrm>
                <a:off x="4995569" y="4679695"/>
                <a:ext cx="3895389" cy="670380"/>
                <a:chOff x="4995569" y="4679695"/>
                <a:chExt cx="3895389" cy="670380"/>
              </a:xfrm>
            </p:grpSpPr>
            <p:sp>
              <p:nvSpPr>
                <p:cNvPr id="89" name="Freihandform: Form 88">
                  <a:extLst>
                    <a:ext uri="{FF2B5EF4-FFF2-40B4-BE49-F238E27FC236}">
                      <a16:creationId xmlns:a16="http://schemas.microsoft.com/office/drawing/2014/main" id="{CCFC88BB-FEB4-A9CD-B0E7-CA92ADE3FA22}"/>
                    </a:ext>
                  </a:extLst>
                </p:cNvPr>
                <p:cNvSpPr/>
                <p:nvPr/>
              </p:nvSpPr>
              <p:spPr>
                <a:xfrm>
                  <a:off x="5012329" y="4679695"/>
                  <a:ext cx="3878629" cy="670380"/>
                </a:xfrm>
                <a:custGeom>
                  <a:avLst/>
                  <a:gdLst>
                    <a:gd name="connsiteX0" fmla="*/ 3878630 w 3878629"/>
                    <a:gd name="connsiteY0" fmla="*/ 1 h 670380"/>
                    <a:gd name="connsiteX1" fmla="*/ 3878630 w 3878629"/>
                    <a:gd name="connsiteY1" fmla="*/ 670381 h 670380"/>
                    <a:gd name="connsiteX2" fmla="*/ 1 w 3878629"/>
                    <a:gd name="connsiteY2" fmla="*/ 670381 h 670380"/>
                    <a:gd name="connsiteX3" fmla="*/ 1 w 3878629"/>
                    <a:gd name="connsiteY3" fmla="*/ 30503 h 670380"/>
                  </a:gdLst>
                  <a:ahLst/>
                  <a:cxnLst>
                    <a:cxn ang="0">
                      <a:pos x="connsiteX0" y="connsiteY0"/>
                    </a:cxn>
                    <a:cxn ang="0">
                      <a:pos x="connsiteX1" y="connsiteY1"/>
                    </a:cxn>
                    <a:cxn ang="0">
                      <a:pos x="connsiteX2" y="connsiteY2"/>
                    </a:cxn>
                    <a:cxn ang="0">
                      <a:pos x="connsiteX3" y="connsiteY3"/>
                    </a:cxn>
                  </a:cxnLst>
                  <a:rect l="l" t="t" r="r" b="b"/>
                  <a:pathLst>
                    <a:path w="3878629" h="670380">
                      <a:moveTo>
                        <a:pt x="3878630" y="1"/>
                      </a:moveTo>
                      <a:lnTo>
                        <a:pt x="3878630" y="670381"/>
                      </a:lnTo>
                      <a:lnTo>
                        <a:pt x="1" y="670381"/>
                      </a:lnTo>
                      <a:lnTo>
                        <a:pt x="1" y="30503"/>
                      </a:lnTo>
                    </a:path>
                  </a:pathLst>
                </a:custGeom>
                <a:noFill/>
                <a:ln w="4785" cap="flat">
                  <a:solidFill>
                    <a:srgbClr val="000000"/>
                  </a:solidFill>
                  <a:prstDash val="solid"/>
                  <a:miter/>
                </a:ln>
              </p:spPr>
              <p:txBody>
                <a:bodyPr rtlCol="0" anchor="ctr"/>
                <a:lstStyle/>
                <a:p>
                  <a:endParaRPr lang="de-DE"/>
                </a:p>
              </p:txBody>
            </p:sp>
            <p:sp>
              <p:nvSpPr>
                <p:cNvPr id="90" name="Freihandform: Form 89">
                  <a:extLst>
                    <a:ext uri="{FF2B5EF4-FFF2-40B4-BE49-F238E27FC236}">
                      <a16:creationId xmlns:a16="http://schemas.microsoft.com/office/drawing/2014/main" id="{7B0C0D40-2519-C4BE-BF58-0B34AD083826}"/>
                    </a:ext>
                  </a:extLst>
                </p:cNvPr>
                <p:cNvSpPr/>
                <p:nvPr/>
              </p:nvSpPr>
              <p:spPr>
                <a:xfrm>
                  <a:off x="4995569"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1" name="Grafik 90">
                <a:extLst>
                  <a:ext uri="{FF2B5EF4-FFF2-40B4-BE49-F238E27FC236}">
                    <a16:creationId xmlns:a16="http://schemas.microsoft.com/office/drawing/2014/main" id="{4B813200-C65D-675D-0F24-566E2FAEEFCC}"/>
                  </a:ext>
                </a:extLst>
              </p:cNvPr>
              <p:cNvPicPr>
                <a:picLocks noChangeAspect="1"/>
              </p:cNvPicPr>
              <p:nvPr/>
            </p:nvPicPr>
            <p:blipFill>
              <a:blip r:embed="rId10"/>
              <a:stretch>
                <a:fillRect/>
              </a:stretch>
            </p:blipFill>
            <p:spPr>
              <a:xfrm>
                <a:off x="8136781" y="5314162"/>
                <a:ext cx="632073" cy="75417"/>
              </a:xfrm>
              <a:custGeom>
                <a:avLst/>
                <a:gdLst>
                  <a:gd name="connsiteX0" fmla="*/ 0 w 632073"/>
                  <a:gd name="connsiteY0" fmla="*/ 0 h 75417"/>
                  <a:gd name="connsiteX1" fmla="*/ 632073 w 632073"/>
                  <a:gd name="connsiteY1" fmla="*/ 0 h 75417"/>
                  <a:gd name="connsiteX2" fmla="*/ 632073 w 632073"/>
                  <a:gd name="connsiteY2" fmla="*/ 75418 h 75417"/>
                  <a:gd name="connsiteX3" fmla="*/ 0 w 63207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632073" h="75417">
                    <a:moveTo>
                      <a:pt x="0" y="0"/>
                    </a:moveTo>
                    <a:lnTo>
                      <a:pt x="632073" y="0"/>
                    </a:lnTo>
                    <a:lnTo>
                      <a:pt x="632073" y="75418"/>
                    </a:lnTo>
                    <a:lnTo>
                      <a:pt x="0" y="75418"/>
                    </a:lnTo>
                    <a:close/>
                  </a:path>
                </a:pathLst>
              </a:custGeom>
            </p:spPr>
          </p:pic>
        </p:grpSp>
        <p:grpSp>
          <p:nvGrpSpPr>
            <p:cNvPr id="92" name="Grafik 7">
              <a:extLst>
                <a:ext uri="{FF2B5EF4-FFF2-40B4-BE49-F238E27FC236}">
                  <a16:creationId xmlns:a16="http://schemas.microsoft.com/office/drawing/2014/main" id="{B39F303C-7320-2688-CD3E-BF08C856BDE5}"/>
                </a:ext>
              </a:extLst>
            </p:cNvPr>
            <p:cNvGrpSpPr/>
            <p:nvPr/>
          </p:nvGrpSpPr>
          <p:grpSpPr>
            <a:xfrm>
              <a:off x="6432099" y="4679695"/>
              <a:ext cx="2363091" cy="633270"/>
              <a:chOff x="6432099" y="4679695"/>
              <a:chExt cx="2363091" cy="633270"/>
            </a:xfrm>
          </p:grpSpPr>
          <p:grpSp>
            <p:nvGrpSpPr>
              <p:cNvPr id="93" name="Grafik 7">
                <a:extLst>
                  <a:ext uri="{FF2B5EF4-FFF2-40B4-BE49-F238E27FC236}">
                    <a16:creationId xmlns:a16="http://schemas.microsoft.com/office/drawing/2014/main" id="{5B78D1C4-F33B-C36B-175F-28F35D5A8BF8}"/>
                  </a:ext>
                </a:extLst>
              </p:cNvPr>
              <p:cNvGrpSpPr/>
              <p:nvPr/>
            </p:nvGrpSpPr>
            <p:grpSpPr>
              <a:xfrm>
                <a:off x="6432099" y="4679695"/>
                <a:ext cx="2363091" cy="598266"/>
                <a:chOff x="6432099" y="4679695"/>
                <a:chExt cx="2363091" cy="598266"/>
              </a:xfrm>
            </p:grpSpPr>
            <p:sp>
              <p:nvSpPr>
                <p:cNvPr id="94" name="Freihandform: Form 93">
                  <a:extLst>
                    <a:ext uri="{FF2B5EF4-FFF2-40B4-BE49-F238E27FC236}">
                      <a16:creationId xmlns:a16="http://schemas.microsoft.com/office/drawing/2014/main" id="{A0B996A9-ADBF-D562-E68A-273E304CAFA7}"/>
                    </a:ext>
                  </a:extLst>
                </p:cNvPr>
                <p:cNvSpPr/>
                <p:nvPr/>
              </p:nvSpPr>
              <p:spPr>
                <a:xfrm>
                  <a:off x="6448858" y="4679695"/>
                  <a:ext cx="2346331" cy="598266"/>
                </a:xfrm>
                <a:custGeom>
                  <a:avLst/>
                  <a:gdLst>
                    <a:gd name="connsiteX0" fmla="*/ 2346332 w 2346331"/>
                    <a:gd name="connsiteY0" fmla="*/ 1 h 598266"/>
                    <a:gd name="connsiteX1" fmla="*/ 2346332 w 2346331"/>
                    <a:gd name="connsiteY1" fmla="*/ 598267 h 598266"/>
                    <a:gd name="connsiteX2" fmla="*/ 1 w 2346331"/>
                    <a:gd name="connsiteY2" fmla="*/ 598267 h 598266"/>
                    <a:gd name="connsiteX3" fmla="*/ 1 w 2346331"/>
                    <a:gd name="connsiteY3" fmla="*/ 30503 h 598266"/>
                  </a:gdLst>
                  <a:ahLst/>
                  <a:cxnLst>
                    <a:cxn ang="0">
                      <a:pos x="connsiteX0" y="connsiteY0"/>
                    </a:cxn>
                    <a:cxn ang="0">
                      <a:pos x="connsiteX1" y="connsiteY1"/>
                    </a:cxn>
                    <a:cxn ang="0">
                      <a:pos x="connsiteX2" y="connsiteY2"/>
                    </a:cxn>
                    <a:cxn ang="0">
                      <a:pos x="connsiteX3" y="connsiteY3"/>
                    </a:cxn>
                  </a:cxnLst>
                  <a:rect l="l" t="t" r="r" b="b"/>
                  <a:pathLst>
                    <a:path w="2346331" h="598266">
                      <a:moveTo>
                        <a:pt x="2346332" y="1"/>
                      </a:moveTo>
                      <a:lnTo>
                        <a:pt x="2346332" y="598267"/>
                      </a:lnTo>
                      <a:lnTo>
                        <a:pt x="1" y="598267"/>
                      </a:lnTo>
                      <a:lnTo>
                        <a:pt x="1" y="30503"/>
                      </a:lnTo>
                    </a:path>
                  </a:pathLst>
                </a:custGeom>
                <a:noFill/>
                <a:ln w="4785" cap="flat">
                  <a:solidFill>
                    <a:srgbClr val="000000"/>
                  </a:solidFill>
                  <a:prstDash val="solid"/>
                  <a:miter/>
                </a:ln>
              </p:spPr>
              <p:txBody>
                <a:bodyPr rtlCol="0" anchor="ctr"/>
                <a:lstStyle/>
                <a:p>
                  <a:endParaRPr lang="de-DE"/>
                </a:p>
              </p:txBody>
            </p:sp>
            <p:sp>
              <p:nvSpPr>
                <p:cNvPr id="95" name="Freihandform: Form 94">
                  <a:extLst>
                    <a:ext uri="{FF2B5EF4-FFF2-40B4-BE49-F238E27FC236}">
                      <a16:creationId xmlns:a16="http://schemas.microsoft.com/office/drawing/2014/main" id="{75DBCB2E-FD64-9EB6-2E9F-33A6D0729DFD}"/>
                    </a:ext>
                  </a:extLst>
                </p:cNvPr>
                <p:cNvSpPr/>
                <p:nvPr/>
              </p:nvSpPr>
              <p:spPr>
                <a:xfrm>
                  <a:off x="6432099"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6" name="Grafik 95">
                <a:extLst>
                  <a:ext uri="{FF2B5EF4-FFF2-40B4-BE49-F238E27FC236}">
                    <a16:creationId xmlns:a16="http://schemas.microsoft.com/office/drawing/2014/main" id="{6381857D-035C-3BB8-1F0A-91777C960747}"/>
                  </a:ext>
                </a:extLst>
              </p:cNvPr>
              <p:cNvPicPr>
                <a:picLocks noChangeAspect="1"/>
              </p:cNvPicPr>
              <p:nvPr/>
            </p:nvPicPr>
            <p:blipFill>
              <a:blip r:embed="rId11"/>
              <a:stretch>
                <a:fillRect/>
              </a:stretch>
            </p:blipFill>
            <p:spPr>
              <a:xfrm>
                <a:off x="8024253" y="5237547"/>
                <a:ext cx="483631" cy="75417"/>
              </a:xfrm>
              <a:custGeom>
                <a:avLst/>
                <a:gdLst>
                  <a:gd name="connsiteX0" fmla="*/ 0 w 483631"/>
                  <a:gd name="connsiteY0" fmla="*/ 0 h 75417"/>
                  <a:gd name="connsiteX1" fmla="*/ 483632 w 483631"/>
                  <a:gd name="connsiteY1" fmla="*/ 0 h 75417"/>
                  <a:gd name="connsiteX2" fmla="*/ 483632 w 483631"/>
                  <a:gd name="connsiteY2" fmla="*/ 75418 h 75417"/>
                  <a:gd name="connsiteX3" fmla="*/ 0 w 483631"/>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83631" h="75417">
                    <a:moveTo>
                      <a:pt x="0" y="0"/>
                    </a:moveTo>
                    <a:lnTo>
                      <a:pt x="483632" y="0"/>
                    </a:lnTo>
                    <a:lnTo>
                      <a:pt x="483632" y="75418"/>
                    </a:lnTo>
                    <a:lnTo>
                      <a:pt x="0" y="75418"/>
                    </a:lnTo>
                    <a:close/>
                  </a:path>
                </a:pathLst>
              </a:custGeom>
            </p:spPr>
          </p:pic>
        </p:grpSp>
        <p:grpSp>
          <p:nvGrpSpPr>
            <p:cNvPr id="97" name="Grafik 7">
              <a:extLst>
                <a:ext uri="{FF2B5EF4-FFF2-40B4-BE49-F238E27FC236}">
                  <a16:creationId xmlns:a16="http://schemas.microsoft.com/office/drawing/2014/main" id="{F15BBA1C-49F4-605A-6590-C527F0680EA7}"/>
                </a:ext>
              </a:extLst>
            </p:cNvPr>
            <p:cNvGrpSpPr/>
            <p:nvPr/>
          </p:nvGrpSpPr>
          <p:grpSpPr>
            <a:xfrm>
              <a:off x="8960391" y="4685058"/>
              <a:ext cx="268152" cy="252637"/>
              <a:chOff x="8960391" y="4685058"/>
              <a:chExt cx="268152" cy="252637"/>
            </a:xfrm>
          </p:grpSpPr>
          <p:grpSp>
            <p:nvGrpSpPr>
              <p:cNvPr id="98" name="Grafik 7">
                <a:extLst>
                  <a:ext uri="{FF2B5EF4-FFF2-40B4-BE49-F238E27FC236}">
                    <a16:creationId xmlns:a16="http://schemas.microsoft.com/office/drawing/2014/main" id="{C436E4B9-D2A2-7FC4-297F-BBC0AB84FE59}"/>
                  </a:ext>
                </a:extLst>
              </p:cNvPr>
              <p:cNvGrpSpPr/>
              <p:nvPr/>
            </p:nvGrpSpPr>
            <p:grpSpPr>
              <a:xfrm>
                <a:off x="9065736" y="4685058"/>
                <a:ext cx="33519" cy="252637"/>
                <a:chOff x="9065736" y="4685058"/>
                <a:chExt cx="33519" cy="252637"/>
              </a:xfrm>
            </p:grpSpPr>
            <p:sp>
              <p:nvSpPr>
                <p:cNvPr id="99" name="Freihandform: Form 98">
                  <a:extLst>
                    <a:ext uri="{FF2B5EF4-FFF2-40B4-BE49-F238E27FC236}">
                      <a16:creationId xmlns:a16="http://schemas.microsoft.com/office/drawing/2014/main" id="{FB96CC04-5720-972A-3CA5-8D5D8A03D5D1}"/>
                    </a:ext>
                  </a:extLst>
                </p:cNvPr>
                <p:cNvSpPr/>
                <p:nvPr/>
              </p:nvSpPr>
              <p:spPr>
                <a:xfrm>
                  <a:off x="9082496" y="4710197"/>
                  <a:ext cx="4788" cy="202359"/>
                </a:xfrm>
                <a:custGeom>
                  <a:avLst/>
                  <a:gdLst>
                    <a:gd name="connsiteX0" fmla="*/ 1 w 4788"/>
                    <a:gd name="connsiteY0" fmla="*/ 1 h 202359"/>
                    <a:gd name="connsiteX1" fmla="*/ 1 w 4788"/>
                    <a:gd name="connsiteY1" fmla="*/ 65267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65267"/>
                      </a:lnTo>
                      <a:lnTo>
                        <a:pt x="1" y="202360"/>
                      </a:lnTo>
                    </a:path>
                  </a:pathLst>
                </a:custGeom>
                <a:noFill/>
                <a:ln w="4785" cap="flat">
                  <a:solidFill>
                    <a:srgbClr val="000000"/>
                  </a:solidFill>
                  <a:prstDash val="solid"/>
                  <a:miter/>
                </a:ln>
              </p:spPr>
              <p:txBody>
                <a:bodyPr rtlCol="0" anchor="ctr"/>
                <a:lstStyle/>
                <a:p>
                  <a:endParaRPr lang="de-DE"/>
                </a:p>
              </p:txBody>
            </p:sp>
            <p:sp>
              <p:nvSpPr>
                <p:cNvPr id="100" name="Freihandform: Form 99">
                  <a:extLst>
                    <a:ext uri="{FF2B5EF4-FFF2-40B4-BE49-F238E27FC236}">
                      <a16:creationId xmlns:a16="http://schemas.microsoft.com/office/drawing/2014/main" id="{8A324A2D-958A-15C2-EF1B-59001129DAD0}"/>
                    </a:ext>
                  </a:extLst>
                </p:cNvPr>
                <p:cNvSpPr/>
                <p:nvPr/>
              </p:nvSpPr>
              <p:spPr>
                <a:xfrm>
                  <a:off x="9065736"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01" name="Freihandform: Form 100">
                  <a:extLst>
                    <a:ext uri="{FF2B5EF4-FFF2-40B4-BE49-F238E27FC236}">
                      <a16:creationId xmlns:a16="http://schemas.microsoft.com/office/drawing/2014/main" id="{EE22E465-E4E0-250F-4066-465876D1C01A}"/>
                    </a:ext>
                  </a:extLst>
                </p:cNvPr>
                <p:cNvSpPr/>
                <p:nvPr/>
              </p:nvSpPr>
              <p:spPr>
                <a:xfrm>
                  <a:off x="9065736" y="490417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02" name="Grafik 101">
                <a:extLst>
                  <a:ext uri="{FF2B5EF4-FFF2-40B4-BE49-F238E27FC236}">
                    <a16:creationId xmlns:a16="http://schemas.microsoft.com/office/drawing/2014/main" id="{C62641E3-B626-FBF2-F818-F73A8DF14211}"/>
                  </a:ext>
                </a:extLst>
              </p:cNvPr>
              <p:cNvPicPr>
                <a:picLocks noChangeAspect="1"/>
              </p:cNvPicPr>
              <p:nvPr/>
            </p:nvPicPr>
            <p:blipFill>
              <a:blip r:embed="rId5"/>
              <a:stretch>
                <a:fillRect/>
              </a:stretch>
            </p:blipFill>
            <p:spPr>
              <a:xfrm>
                <a:off x="8960391" y="4756310"/>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03" name="Grafik 7">
              <a:extLst>
                <a:ext uri="{FF2B5EF4-FFF2-40B4-BE49-F238E27FC236}">
                  <a16:creationId xmlns:a16="http://schemas.microsoft.com/office/drawing/2014/main" id="{C0A02926-AD07-CB2B-893F-EA0D68975A80}"/>
                </a:ext>
              </a:extLst>
            </p:cNvPr>
            <p:cNvGrpSpPr/>
            <p:nvPr/>
          </p:nvGrpSpPr>
          <p:grpSpPr>
            <a:xfrm>
              <a:off x="8651537" y="4392389"/>
              <a:ext cx="574611" cy="287305"/>
              <a:chOff x="8651537" y="4392389"/>
              <a:chExt cx="574611" cy="287305"/>
            </a:xfrm>
            <a:solidFill>
              <a:srgbClr val="FFFFFF"/>
            </a:solidFill>
          </p:grpSpPr>
          <p:sp>
            <p:nvSpPr>
              <p:cNvPr id="104" name="Freihandform: Form 103">
                <a:extLst>
                  <a:ext uri="{FF2B5EF4-FFF2-40B4-BE49-F238E27FC236}">
                    <a16:creationId xmlns:a16="http://schemas.microsoft.com/office/drawing/2014/main" id="{F432642F-BFEB-FCEB-1F88-6892E8A6C743}"/>
                  </a:ext>
                </a:extLst>
              </p:cNvPr>
              <p:cNvSpPr/>
              <p:nvPr/>
            </p:nvSpPr>
            <p:spPr>
              <a:xfrm>
                <a:off x="8651537" y="4392389"/>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05" name="Grafik 104">
                <a:extLst>
                  <a:ext uri="{FF2B5EF4-FFF2-40B4-BE49-F238E27FC236}">
                    <a16:creationId xmlns:a16="http://schemas.microsoft.com/office/drawing/2014/main" id="{64565FFB-7A96-CFFE-0B70-BC7CDB090B63}"/>
                  </a:ext>
                </a:extLst>
              </p:cNvPr>
              <p:cNvPicPr>
                <a:picLocks noChangeAspect="1"/>
              </p:cNvPicPr>
              <p:nvPr/>
            </p:nvPicPr>
            <p:blipFill>
              <a:blip r:embed="rId12"/>
              <a:stretch>
                <a:fillRect/>
              </a:stretch>
            </p:blipFill>
            <p:spPr>
              <a:xfrm>
                <a:off x="8653931" y="4502523"/>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06" name="Grafik 7">
              <a:extLst>
                <a:ext uri="{FF2B5EF4-FFF2-40B4-BE49-F238E27FC236}">
                  <a16:creationId xmlns:a16="http://schemas.microsoft.com/office/drawing/2014/main" id="{0E9728BB-FA2B-5C40-935D-478006C66E61}"/>
                </a:ext>
              </a:extLst>
            </p:cNvPr>
            <p:cNvGrpSpPr/>
            <p:nvPr/>
          </p:nvGrpSpPr>
          <p:grpSpPr>
            <a:xfrm>
              <a:off x="10614794" y="3386818"/>
              <a:ext cx="287305" cy="383074"/>
              <a:chOff x="10614794" y="3386818"/>
              <a:chExt cx="287305" cy="383074"/>
            </a:xfrm>
          </p:grpSpPr>
          <p:grpSp>
            <p:nvGrpSpPr>
              <p:cNvPr id="107" name="Grafik 7">
                <a:extLst>
                  <a:ext uri="{FF2B5EF4-FFF2-40B4-BE49-F238E27FC236}">
                    <a16:creationId xmlns:a16="http://schemas.microsoft.com/office/drawing/2014/main" id="{F42E1041-BFA4-8CE1-B3A8-66BF9AD42DB6}"/>
                  </a:ext>
                </a:extLst>
              </p:cNvPr>
              <p:cNvGrpSpPr/>
              <p:nvPr/>
            </p:nvGrpSpPr>
            <p:grpSpPr>
              <a:xfrm>
                <a:off x="10614794" y="3386818"/>
                <a:ext cx="287305" cy="383074"/>
                <a:chOff x="10614794" y="3386818"/>
                <a:chExt cx="287305" cy="383074"/>
              </a:xfrm>
            </p:grpSpPr>
            <p:sp>
              <p:nvSpPr>
                <p:cNvPr id="108" name="Freihandform: Form 107">
                  <a:extLst>
                    <a:ext uri="{FF2B5EF4-FFF2-40B4-BE49-F238E27FC236}">
                      <a16:creationId xmlns:a16="http://schemas.microsoft.com/office/drawing/2014/main" id="{0FC86D83-177E-ABAF-A8CA-571D6029B23D}"/>
                    </a:ext>
                  </a:extLst>
                </p:cNvPr>
                <p:cNvSpPr/>
                <p:nvPr/>
              </p:nvSpPr>
              <p:spPr>
                <a:xfrm>
                  <a:off x="10614794" y="3386818"/>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09" name="Freihandform: Form 108">
                  <a:extLst>
                    <a:ext uri="{FF2B5EF4-FFF2-40B4-BE49-F238E27FC236}">
                      <a16:creationId xmlns:a16="http://schemas.microsoft.com/office/drawing/2014/main" id="{09B612BE-BE78-A38A-E71B-FCA9F8B73EC5}"/>
                    </a:ext>
                  </a:extLst>
                </p:cNvPr>
                <p:cNvSpPr/>
                <p:nvPr/>
              </p:nvSpPr>
              <p:spPr>
                <a:xfrm>
                  <a:off x="10614794" y="345864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110" name="Grafik 109">
                <a:extLst>
                  <a:ext uri="{FF2B5EF4-FFF2-40B4-BE49-F238E27FC236}">
                    <a16:creationId xmlns:a16="http://schemas.microsoft.com/office/drawing/2014/main" id="{5EBF3FE5-CB0B-7CAB-EEAA-C8652E0E29F4}"/>
                  </a:ext>
                </a:extLst>
              </p:cNvPr>
              <p:cNvPicPr>
                <a:picLocks noChangeAspect="1"/>
              </p:cNvPicPr>
              <p:nvPr/>
            </p:nvPicPr>
            <p:blipFill>
              <a:blip r:embed="rId13"/>
              <a:stretch>
                <a:fillRect/>
              </a:stretch>
            </p:blipFill>
            <p:spPr>
              <a:xfrm>
                <a:off x="10617188" y="3537654"/>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111" name="Grafik 7">
              <a:extLst>
                <a:ext uri="{FF2B5EF4-FFF2-40B4-BE49-F238E27FC236}">
                  <a16:creationId xmlns:a16="http://schemas.microsoft.com/office/drawing/2014/main" id="{249CF9B4-91E0-EC38-FD08-230489D57325}"/>
                </a:ext>
              </a:extLst>
            </p:cNvPr>
            <p:cNvGrpSpPr/>
            <p:nvPr/>
          </p:nvGrpSpPr>
          <p:grpSpPr>
            <a:xfrm>
              <a:off x="7511890" y="2572785"/>
              <a:ext cx="119710" cy="425595"/>
              <a:chOff x="7511890" y="2572785"/>
              <a:chExt cx="119710" cy="425595"/>
            </a:xfrm>
          </p:grpSpPr>
          <p:grpSp>
            <p:nvGrpSpPr>
              <p:cNvPr id="112" name="Grafik 7">
                <a:extLst>
                  <a:ext uri="{FF2B5EF4-FFF2-40B4-BE49-F238E27FC236}">
                    <a16:creationId xmlns:a16="http://schemas.microsoft.com/office/drawing/2014/main" id="{CF7A137A-FFCC-3E13-9206-B5AFC9EC8839}"/>
                  </a:ext>
                </a:extLst>
              </p:cNvPr>
              <p:cNvGrpSpPr/>
              <p:nvPr/>
            </p:nvGrpSpPr>
            <p:grpSpPr>
              <a:xfrm>
                <a:off x="7557380" y="2572785"/>
                <a:ext cx="33519" cy="425595"/>
                <a:chOff x="7557380" y="2572785"/>
                <a:chExt cx="33519" cy="425595"/>
              </a:xfrm>
            </p:grpSpPr>
            <p:sp>
              <p:nvSpPr>
                <p:cNvPr id="113" name="Freihandform: Form 112">
                  <a:extLst>
                    <a:ext uri="{FF2B5EF4-FFF2-40B4-BE49-F238E27FC236}">
                      <a16:creationId xmlns:a16="http://schemas.microsoft.com/office/drawing/2014/main" id="{C764ECCD-3FBD-E3FD-C875-66B2E412AA10}"/>
                    </a:ext>
                  </a:extLst>
                </p:cNvPr>
                <p:cNvSpPr/>
                <p:nvPr/>
              </p:nvSpPr>
              <p:spPr>
                <a:xfrm>
                  <a:off x="7574140" y="2572785"/>
                  <a:ext cx="4788" cy="400456"/>
                </a:xfrm>
                <a:custGeom>
                  <a:avLst/>
                  <a:gdLst>
                    <a:gd name="connsiteX0" fmla="*/ 1 w 4788"/>
                    <a:gd name="connsiteY0" fmla="*/ 1 h 400456"/>
                    <a:gd name="connsiteX1" fmla="*/ 1 w 4788"/>
                    <a:gd name="connsiteY1" fmla="*/ 400457 h 400456"/>
                  </a:gdLst>
                  <a:ahLst/>
                  <a:cxnLst>
                    <a:cxn ang="0">
                      <a:pos x="connsiteX0" y="connsiteY0"/>
                    </a:cxn>
                    <a:cxn ang="0">
                      <a:pos x="connsiteX1" y="connsiteY1"/>
                    </a:cxn>
                  </a:cxnLst>
                  <a:rect l="l" t="t" r="r" b="b"/>
                  <a:pathLst>
                    <a:path w="4788" h="400456">
                      <a:moveTo>
                        <a:pt x="1" y="1"/>
                      </a:moveTo>
                      <a:lnTo>
                        <a:pt x="1" y="400457"/>
                      </a:lnTo>
                    </a:path>
                  </a:pathLst>
                </a:custGeom>
                <a:noFill/>
                <a:ln w="4785" cap="flat">
                  <a:solidFill>
                    <a:srgbClr val="000000"/>
                  </a:solidFill>
                  <a:prstDash val="solid"/>
                  <a:miter/>
                </a:ln>
              </p:spPr>
              <p:txBody>
                <a:bodyPr rtlCol="0" anchor="ctr"/>
                <a:lstStyle/>
                <a:p>
                  <a:endParaRPr lang="de-DE"/>
                </a:p>
              </p:txBody>
            </p:sp>
            <p:sp>
              <p:nvSpPr>
                <p:cNvPr id="114" name="Freihandform: Form 113">
                  <a:extLst>
                    <a:ext uri="{FF2B5EF4-FFF2-40B4-BE49-F238E27FC236}">
                      <a16:creationId xmlns:a16="http://schemas.microsoft.com/office/drawing/2014/main" id="{2C56FED2-5D58-25B0-5F6A-E07BF46F7973}"/>
                    </a:ext>
                  </a:extLst>
                </p:cNvPr>
                <p:cNvSpPr/>
                <p:nvPr/>
              </p:nvSpPr>
              <p:spPr>
                <a:xfrm>
                  <a:off x="7557380" y="296486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15" name="Grafik 114">
                <a:extLst>
                  <a:ext uri="{FF2B5EF4-FFF2-40B4-BE49-F238E27FC236}">
                    <a16:creationId xmlns:a16="http://schemas.microsoft.com/office/drawing/2014/main" id="{13FEEB03-5F9D-0835-D7C8-87E81F4BEDD0}"/>
                  </a:ext>
                </a:extLst>
              </p:cNvPr>
              <p:cNvPicPr>
                <a:picLocks noChangeAspect="1"/>
              </p:cNvPicPr>
              <p:nvPr/>
            </p:nvPicPr>
            <p:blipFill>
              <a:blip r:embed="rId14"/>
              <a:stretch>
                <a:fillRect/>
              </a:stretch>
            </p:blipFill>
            <p:spPr>
              <a:xfrm>
                <a:off x="7511890" y="2728409"/>
                <a:ext cx="119710" cy="75417"/>
              </a:xfrm>
              <a:custGeom>
                <a:avLst/>
                <a:gdLst>
                  <a:gd name="connsiteX0" fmla="*/ 0 w 119710"/>
                  <a:gd name="connsiteY0" fmla="*/ 0 h 75417"/>
                  <a:gd name="connsiteX1" fmla="*/ 119711 w 119710"/>
                  <a:gd name="connsiteY1" fmla="*/ 0 h 75417"/>
                  <a:gd name="connsiteX2" fmla="*/ 119711 w 119710"/>
                  <a:gd name="connsiteY2" fmla="*/ 75418 h 75417"/>
                  <a:gd name="connsiteX3" fmla="*/ 0 w 119710"/>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9710" h="75417">
                    <a:moveTo>
                      <a:pt x="0" y="0"/>
                    </a:moveTo>
                    <a:lnTo>
                      <a:pt x="119711" y="0"/>
                    </a:lnTo>
                    <a:lnTo>
                      <a:pt x="119711" y="75418"/>
                    </a:lnTo>
                    <a:lnTo>
                      <a:pt x="0" y="75418"/>
                    </a:lnTo>
                    <a:close/>
                  </a:path>
                </a:pathLst>
              </a:custGeom>
            </p:spPr>
          </p:pic>
        </p:grpSp>
        <p:grpSp>
          <p:nvGrpSpPr>
            <p:cNvPr id="116" name="Grafik 7">
              <a:extLst>
                <a:ext uri="{FF2B5EF4-FFF2-40B4-BE49-F238E27FC236}">
                  <a16:creationId xmlns:a16="http://schemas.microsoft.com/office/drawing/2014/main" id="{506D393D-96CF-305B-72E1-C496F6242089}"/>
                </a:ext>
              </a:extLst>
            </p:cNvPr>
            <p:cNvGrpSpPr/>
            <p:nvPr/>
          </p:nvGrpSpPr>
          <p:grpSpPr>
            <a:xfrm>
              <a:off x="6946855" y="2429132"/>
              <a:ext cx="555458" cy="1118098"/>
              <a:chOff x="6946855" y="2429132"/>
              <a:chExt cx="555458" cy="1118098"/>
            </a:xfrm>
          </p:grpSpPr>
          <p:grpSp>
            <p:nvGrpSpPr>
              <p:cNvPr id="117" name="Grafik 7">
                <a:extLst>
                  <a:ext uri="{FF2B5EF4-FFF2-40B4-BE49-F238E27FC236}">
                    <a16:creationId xmlns:a16="http://schemas.microsoft.com/office/drawing/2014/main" id="{9F0ECEF3-CE15-9930-6330-6E9C7D413304}"/>
                  </a:ext>
                </a:extLst>
              </p:cNvPr>
              <p:cNvGrpSpPr/>
              <p:nvPr/>
            </p:nvGrpSpPr>
            <p:grpSpPr>
              <a:xfrm>
                <a:off x="6999241" y="2429132"/>
                <a:ext cx="503072" cy="1118098"/>
                <a:chOff x="6999241" y="2429132"/>
                <a:chExt cx="503072" cy="1118098"/>
              </a:xfrm>
            </p:grpSpPr>
            <p:sp>
              <p:nvSpPr>
                <p:cNvPr id="118" name="Freihandform: Form 117">
                  <a:extLst>
                    <a:ext uri="{FF2B5EF4-FFF2-40B4-BE49-F238E27FC236}">
                      <a16:creationId xmlns:a16="http://schemas.microsoft.com/office/drawing/2014/main" id="{A16BCE63-C60D-51A7-9D89-E65E28FBBF2E}"/>
                    </a:ext>
                  </a:extLst>
                </p:cNvPr>
                <p:cNvSpPr/>
                <p:nvPr/>
              </p:nvSpPr>
              <p:spPr>
                <a:xfrm>
                  <a:off x="6999241" y="2429132"/>
                  <a:ext cx="503072" cy="1101339"/>
                </a:xfrm>
                <a:custGeom>
                  <a:avLst/>
                  <a:gdLst>
                    <a:gd name="connsiteX0" fmla="*/ 503073 w 503072"/>
                    <a:gd name="connsiteY0" fmla="*/ 1 h 1101339"/>
                    <a:gd name="connsiteX1" fmla="*/ 1 w 503072"/>
                    <a:gd name="connsiteY1" fmla="*/ 1 h 1101339"/>
                    <a:gd name="connsiteX2" fmla="*/ 1 w 503072"/>
                    <a:gd name="connsiteY2" fmla="*/ 1101340 h 1101339"/>
                    <a:gd name="connsiteX3" fmla="*/ 257091 w 503072"/>
                    <a:gd name="connsiteY3" fmla="*/ 1101340 h 1101339"/>
                  </a:gdLst>
                  <a:ahLst/>
                  <a:cxnLst>
                    <a:cxn ang="0">
                      <a:pos x="connsiteX0" y="connsiteY0"/>
                    </a:cxn>
                    <a:cxn ang="0">
                      <a:pos x="connsiteX1" y="connsiteY1"/>
                    </a:cxn>
                    <a:cxn ang="0">
                      <a:pos x="connsiteX2" y="connsiteY2"/>
                    </a:cxn>
                    <a:cxn ang="0">
                      <a:pos x="connsiteX3" y="connsiteY3"/>
                    </a:cxn>
                  </a:cxnLst>
                  <a:rect l="l" t="t" r="r" b="b"/>
                  <a:pathLst>
                    <a:path w="503072" h="1101339">
                      <a:moveTo>
                        <a:pt x="503073" y="1"/>
                      </a:moveTo>
                      <a:lnTo>
                        <a:pt x="1" y="1"/>
                      </a:lnTo>
                      <a:lnTo>
                        <a:pt x="1" y="1101340"/>
                      </a:lnTo>
                      <a:lnTo>
                        <a:pt x="257091" y="1101340"/>
                      </a:lnTo>
                    </a:path>
                  </a:pathLst>
                </a:custGeom>
                <a:noFill/>
                <a:ln w="4785" cap="flat">
                  <a:solidFill>
                    <a:srgbClr val="000000"/>
                  </a:solidFill>
                  <a:prstDash val="solid"/>
                  <a:miter/>
                </a:ln>
              </p:spPr>
              <p:txBody>
                <a:bodyPr rtlCol="0" anchor="ctr"/>
                <a:lstStyle/>
                <a:p>
                  <a:endParaRPr lang="de-DE"/>
                </a:p>
              </p:txBody>
            </p:sp>
            <p:sp>
              <p:nvSpPr>
                <p:cNvPr id="119" name="Freihandform: Form 118">
                  <a:extLst>
                    <a:ext uri="{FF2B5EF4-FFF2-40B4-BE49-F238E27FC236}">
                      <a16:creationId xmlns:a16="http://schemas.microsoft.com/office/drawing/2014/main" id="{8C62A5D4-C859-893F-7D0E-C8F3C61BED85}"/>
                    </a:ext>
                  </a:extLst>
                </p:cNvPr>
                <p:cNvSpPr/>
                <p:nvPr/>
              </p:nvSpPr>
              <p:spPr>
                <a:xfrm>
                  <a:off x="7247952" y="3513712"/>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20" name="Grafik 119">
                <a:extLst>
                  <a:ext uri="{FF2B5EF4-FFF2-40B4-BE49-F238E27FC236}">
                    <a16:creationId xmlns:a16="http://schemas.microsoft.com/office/drawing/2014/main" id="{2EBFEE77-C493-EFB5-76CA-AD2BEDFA211A}"/>
                  </a:ext>
                </a:extLst>
              </p:cNvPr>
              <p:cNvPicPr>
                <a:picLocks noChangeAspect="1"/>
              </p:cNvPicPr>
              <p:nvPr/>
            </p:nvPicPr>
            <p:blipFill>
              <a:blip r:embed="rId2"/>
              <a:stretch>
                <a:fillRect/>
              </a:stretch>
            </p:blipFill>
            <p:spPr>
              <a:xfrm>
                <a:off x="6946855" y="274277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21" name="Grafik 7">
              <a:extLst>
                <a:ext uri="{FF2B5EF4-FFF2-40B4-BE49-F238E27FC236}">
                  <a16:creationId xmlns:a16="http://schemas.microsoft.com/office/drawing/2014/main" id="{F08A862C-6AF2-4254-2A1B-84E41AFAF2F1}"/>
                </a:ext>
              </a:extLst>
            </p:cNvPr>
            <p:cNvGrpSpPr/>
            <p:nvPr/>
          </p:nvGrpSpPr>
          <p:grpSpPr>
            <a:xfrm>
              <a:off x="7502313" y="2285479"/>
              <a:ext cx="143652" cy="402228"/>
              <a:chOff x="7502313" y="2285479"/>
              <a:chExt cx="143652" cy="402228"/>
            </a:xfrm>
          </p:grpSpPr>
          <p:grpSp>
            <p:nvGrpSpPr>
              <p:cNvPr id="122" name="Grafik 7">
                <a:extLst>
                  <a:ext uri="{FF2B5EF4-FFF2-40B4-BE49-F238E27FC236}">
                    <a16:creationId xmlns:a16="http://schemas.microsoft.com/office/drawing/2014/main" id="{1DE77ACC-822A-BB94-C530-182D1E8A58C5}"/>
                  </a:ext>
                </a:extLst>
              </p:cNvPr>
              <p:cNvGrpSpPr/>
              <p:nvPr/>
            </p:nvGrpSpPr>
            <p:grpSpPr>
              <a:xfrm>
                <a:off x="7502313" y="2285479"/>
                <a:ext cx="143652" cy="287305"/>
                <a:chOff x="7502313" y="2285479"/>
                <a:chExt cx="143652" cy="287305"/>
              </a:xfrm>
            </p:grpSpPr>
            <p:sp>
              <p:nvSpPr>
                <p:cNvPr id="123" name="Freihandform: Form 122">
                  <a:extLst>
                    <a:ext uri="{FF2B5EF4-FFF2-40B4-BE49-F238E27FC236}">
                      <a16:creationId xmlns:a16="http://schemas.microsoft.com/office/drawing/2014/main" id="{E37CD9F7-68BA-040F-6F74-F70D761F9419}"/>
                    </a:ext>
                  </a:extLst>
                </p:cNvPr>
                <p:cNvSpPr/>
                <p:nvPr/>
              </p:nvSpPr>
              <p:spPr>
                <a:xfrm>
                  <a:off x="7538227" y="2285479"/>
                  <a:ext cx="71826" cy="71826"/>
                </a:xfrm>
                <a:custGeom>
                  <a:avLst/>
                  <a:gdLst>
                    <a:gd name="connsiteX0" fmla="*/ 71827 w 71826"/>
                    <a:gd name="connsiteY0" fmla="*/ 35914 h 71826"/>
                    <a:gd name="connsiteX1" fmla="*/ 35914 w 71826"/>
                    <a:gd name="connsiteY1" fmla="*/ 71827 h 71826"/>
                    <a:gd name="connsiteX2" fmla="*/ 1 w 71826"/>
                    <a:gd name="connsiteY2" fmla="*/ 35914 h 71826"/>
                    <a:gd name="connsiteX3" fmla="*/ 35914 w 71826"/>
                    <a:gd name="connsiteY3" fmla="*/ 1 h 71826"/>
                    <a:gd name="connsiteX4" fmla="*/ 71827 w 71826"/>
                    <a:gd name="connsiteY4" fmla="*/ 35914 h 71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26" h="71826">
                      <a:moveTo>
                        <a:pt x="71827" y="35914"/>
                      </a:moveTo>
                      <a:cubicBezTo>
                        <a:pt x="71827" y="55748"/>
                        <a:pt x="55748" y="71827"/>
                        <a:pt x="35914" y="71827"/>
                      </a:cubicBezTo>
                      <a:cubicBezTo>
                        <a:pt x="16079" y="71827"/>
                        <a:pt x="1" y="55748"/>
                        <a:pt x="1" y="35914"/>
                      </a:cubicBezTo>
                      <a:cubicBezTo>
                        <a:pt x="1" y="16079"/>
                        <a:pt x="16079" y="1"/>
                        <a:pt x="35914" y="1"/>
                      </a:cubicBezTo>
                      <a:cubicBezTo>
                        <a:pt x="55748" y="1"/>
                        <a:pt x="71827" y="16079"/>
                        <a:pt x="71827" y="35914"/>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124" name="Freihandform: Form 123">
                  <a:extLst>
                    <a:ext uri="{FF2B5EF4-FFF2-40B4-BE49-F238E27FC236}">
                      <a16:creationId xmlns:a16="http://schemas.microsoft.com/office/drawing/2014/main" id="{721C7E5D-B0F9-5AF3-5A62-C02D8381CC82}"/>
                    </a:ext>
                  </a:extLst>
                </p:cNvPr>
                <p:cNvSpPr/>
                <p:nvPr/>
              </p:nvSpPr>
              <p:spPr>
                <a:xfrm>
                  <a:off x="7502313" y="2357305"/>
                  <a:ext cx="143652" cy="215479"/>
                </a:xfrm>
                <a:custGeom>
                  <a:avLst/>
                  <a:gdLst>
                    <a:gd name="connsiteX0" fmla="*/ 71827 w 143652"/>
                    <a:gd name="connsiteY0" fmla="*/ 1 h 215479"/>
                    <a:gd name="connsiteX1" fmla="*/ 71827 w 143652"/>
                    <a:gd name="connsiteY1" fmla="*/ 119711 h 215479"/>
                    <a:gd name="connsiteX2" fmla="*/ 71827 w 143652"/>
                    <a:gd name="connsiteY2" fmla="*/ 23943 h 215479"/>
                    <a:gd name="connsiteX3" fmla="*/ 1 w 143652"/>
                    <a:gd name="connsiteY3" fmla="*/ 23943 h 215479"/>
                    <a:gd name="connsiteX4" fmla="*/ 71827 w 143652"/>
                    <a:gd name="connsiteY4" fmla="*/ 23943 h 215479"/>
                    <a:gd name="connsiteX5" fmla="*/ 143653 w 143652"/>
                    <a:gd name="connsiteY5" fmla="*/ 23943 h 215479"/>
                    <a:gd name="connsiteX6" fmla="*/ 71827 w 143652"/>
                    <a:gd name="connsiteY6" fmla="*/ 119711 h 215479"/>
                    <a:gd name="connsiteX7" fmla="*/ 1 w 143652"/>
                    <a:gd name="connsiteY7" fmla="*/ 215480 h 215479"/>
                    <a:gd name="connsiteX8" fmla="*/ 71827 w 143652"/>
                    <a:gd name="connsiteY8" fmla="*/ 119711 h 215479"/>
                    <a:gd name="connsiteX9" fmla="*/ 143653 w 143652"/>
                    <a:gd name="connsiteY9" fmla="*/ 21548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52" h="215479">
                      <a:moveTo>
                        <a:pt x="71827" y="1"/>
                      </a:moveTo>
                      <a:lnTo>
                        <a:pt x="71827" y="119711"/>
                      </a:lnTo>
                      <a:moveTo>
                        <a:pt x="71827" y="23943"/>
                      </a:moveTo>
                      <a:lnTo>
                        <a:pt x="1" y="23943"/>
                      </a:lnTo>
                      <a:moveTo>
                        <a:pt x="71827" y="23943"/>
                      </a:moveTo>
                      <a:lnTo>
                        <a:pt x="143653" y="23943"/>
                      </a:lnTo>
                      <a:moveTo>
                        <a:pt x="71827" y="119711"/>
                      </a:moveTo>
                      <a:lnTo>
                        <a:pt x="1" y="215480"/>
                      </a:lnTo>
                      <a:moveTo>
                        <a:pt x="71827" y="119711"/>
                      </a:moveTo>
                      <a:lnTo>
                        <a:pt x="143653" y="215480"/>
                      </a:lnTo>
                    </a:path>
                  </a:pathLst>
                </a:custGeom>
                <a:noFill/>
                <a:ln w="4785" cap="flat">
                  <a:solidFill>
                    <a:srgbClr val="000000"/>
                  </a:solidFill>
                  <a:prstDash val="solid"/>
                  <a:miter/>
                </a:ln>
              </p:spPr>
              <p:txBody>
                <a:bodyPr rtlCol="0" anchor="ctr"/>
                <a:lstStyle/>
                <a:p>
                  <a:endParaRPr lang="de-DE"/>
                </a:p>
              </p:txBody>
            </p:sp>
          </p:grpSp>
          <p:pic>
            <p:nvPicPr>
              <p:cNvPr id="125" name="Grafik 124">
                <a:extLst>
                  <a:ext uri="{FF2B5EF4-FFF2-40B4-BE49-F238E27FC236}">
                    <a16:creationId xmlns:a16="http://schemas.microsoft.com/office/drawing/2014/main" id="{5D6633FF-7ADA-E30A-EA24-7901D10B1C8A}"/>
                  </a:ext>
                </a:extLst>
              </p:cNvPr>
              <p:cNvPicPr>
                <a:picLocks noChangeAspect="1"/>
              </p:cNvPicPr>
              <p:nvPr/>
            </p:nvPicPr>
            <p:blipFill>
              <a:blip r:embed="rId15"/>
              <a:stretch>
                <a:fillRect/>
              </a:stretch>
            </p:blipFill>
            <p:spPr>
              <a:xfrm>
                <a:off x="7511890" y="2606304"/>
                <a:ext cx="119710" cy="81403"/>
              </a:xfrm>
              <a:custGeom>
                <a:avLst/>
                <a:gdLst>
                  <a:gd name="connsiteX0" fmla="*/ 0 w 119710"/>
                  <a:gd name="connsiteY0" fmla="*/ 0 h 81403"/>
                  <a:gd name="connsiteX1" fmla="*/ 119711 w 119710"/>
                  <a:gd name="connsiteY1" fmla="*/ 0 h 81403"/>
                  <a:gd name="connsiteX2" fmla="*/ 119711 w 119710"/>
                  <a:gd name="connsiteY2" fmla="*/ 81403 h 81403"/>
                  <a:gd name="connsiteX3" fmla="*/ 0 w 119710"/>
                  <a:gd name="connsiteY3" fmla="*/ 81403 h 81403"/>
                </a:gdLst>
                <a:ahLst/>
                <a:cxnLst>
                  <a:cxn ang="0">
                    <a:pos x="connsiteX0" y="connsiteY0"/>
                  </a:cxn>
                  <a:cxn ang="0">
                    <a:pos x="connsiteX1" y="connsiteY1"/>
                  </a:cxn>
                  <a:cxn ang="0">
                    <a:pos x="connsiteX2" y="connsiteY2"/>
                  </a:cxn>
                  <a:cxn ang="0">
                    <a:pos x="connsiteX3" y="connsiteY3"/>
                  </a:cxn>
                </a:cxnLst>
                <a:rect l="l" t="t" r="r" b="b"/>
                <a:pathLst>
                  <a:path w="119710" h="81403">
                    <a:moveTo>
                      <a:pt x="0" y="0"/>
                    </a:moveTo>
                    <a:lnTo>
                      <a:pt x="119711" y="0"/>
                    </a:lnTo>
                    <a:lnTo>
                      <a:pt x="119711" y="81403"/>
                    </a:lnTo>
                    <a:lnTo>
                      <a:pt x="0" y="81403"/>
                    </a:lnTo>
                    <a:close/>
                  </a:path>
                </a:pathLst>
              </a:custGeom>
            </p:spPr>
          </p:pic>
        </p:grpSp>
        <p:grpSp>
          <p:nvGrpSpPr>
            <p:cNvPr id="126" name="Grafik 7">
              <a:extLst>
                <a:ext uri="{FF2B5EF4-FFF2-40B4-BE49-F238E27FC236}">
                  <a16:creationId xmlns:a16="http://schemas.microsoft.com/office/drawing/2014/main" id="{36FF3845-81CF-1C0F-968C-F8D31C1D142D}"/>
                </a:ext>
              </a:extLst>
            </p:cNvPr>
            <p:cNvGrpSpPr/>
            <p:nvPr/>
          </p:nvGrpSpPr>
          <p:grpSpPr>
            <a:xfrm>
              <a:off x="4246180" y="2860091"/>
              <a:ext cx="383074" cy="191537"/>
              <a:chOff x="4246180" y="2860091"/>
              <a:chExt cx="383074" cy="191537"/>
            </a:xfrm>
            <a:noFill/>
          </p:grpSpPr>
          <p:sp>
            <p:nvSpPr>
              <p:cNvPr id="127" name="Freihandform: Form 126">
                <a:extLst>
                  <a:ext uri="{FF2B5EF4-FFF2-40B4-BE49-F238E27FC236}">
                    <a16:creationId xmlns:a16="http://schemas.microsoft.com/office/drawing/2014/main" id="{31FB1AD7-9437-C09E-B8D7-B5AD0ADC568A}"/>
                  </a:ext>
                </a:extLst>
              </p:cNvPr>
              <p:cNvSpPr/>
              <p:nvPr/>
            </p:nvSpPr>
            <p:spPr>
              <a:xfrm>
                <a:off x="4246180" y="2860091"/>
                <a:ext cx="383074" cy="191537"/>
              </a:xfrm>
              <a:custGeom>
                <a:avLst/>
                <a:gdLst>
                  <a:gd name="connsiteX0" fmla="*/ 1 w 383074"/>
                  <a:gd name="connsiteY0" fmla="*/ 1 h 191537"/>
                  <a:gd name="connsiteX1" fmla="*/ 383075 w 383074"/>
                  <a:gd name="connsiteY1" fmla="*/ 1 h 191537"/>
                  <a:gd name="connsiteX2" fmla="*/ 383075 w 383074"/>
                  <a:gd name="connsiteY2" fmla="*/ 191538 h 191537"/>
                  <a:gd name="connsiteX3" fmla="*/ 1 w 383074"/>
                  <a:gd name="connsiteY3" fmla="*/ 191538 h 191537"/>
                </a:gdLst>
                <a:ahLst/>
                <a:cxnLst>
                  <a:cxn ang="0">
                    <a:pos x="connsiteX0" y="connsiteY0"/>
                  </a:cxn>
                  <a:cxn ang="0">
                    <a:pos x="connsiteX1" y="connsiteY1"/>
                  </a:cxn>
                  <a:cxn ang="0">
                    <a:pos x="connsiteX2" y="connsiteY2"/>
                  </a:cxn>
                  <a:cxn ang="0">
                    <a:pos x="connsiteX3" y="connsiteY3"/>
                  </a:cxn>
                </a:cxnLst>
                <a:rect l="l" t="t" r="r" b="b"/>
                <a:pathLst>
                  <a:path w="383074" h="191537">
                    <a:moveTo>
                      <a:pt x="1" y="1"/>
                    </a:moveTo>
                    <a:lnTo>
                      <a:pt x="383075" y="1"/>
                    </a:lnTo>
                    <a:lnTo>
                      <a:pt x="383075" y="191538"/>
                    </a:lnTo>
                    <a:lnTo>
                      <a:pt x="1" y="191538"/>
                    </a:lnTo>
                    <a:close/>
                  </a:path>
                </a:pathLst>
              </a:custGeom>
              <a:noFill/>
              <a:ln w="4785" cap="flat">
                <a:noFill/>
                <a:prstDash val="solid"/>
                <a:miter/>
              </a:ln>
            </p:spPr>
            <p:txBody>
              <a:bodyPr rtlCol="0" anchor="ctr"/>
              <a:lstStyle/>
              <a:p>
                <a:endParaRPr lang="de-DE"/>
              </a:p>
            </p:txBody>
          </p:sp>
          <p:pic>
            <p:nvPicPr>
              <p:cNvPr id="128" name="Grafik 127">
                <a:extLst>
                  <a:ext uri="{FF2B5EF4-FFF2-40B4-BE49-F238E27FC236}">
                    <a16:creationId xmlns:a16="http://schemas.microsoft.com/office/drawing/2014/main" id="{DB426C9F-F2DD-F396-048D-A46A71A8D55F}"/>
                  </a:ext>
                </a:extLst>
              </p:cNvPr>
              <p:cNvPicPr>
                <a:picLocks noChangeAspect="1"/>
              </p:cNvPicPr>
              <p:nvPr/>
            </p:nvPicPr>
            <p:blipFill>
              <a:blip r:embed="rId16"/>
              <a:stretch>
                <a:fillRect/>
              </a:stretch>
            </p:blipFill>
            <p:spPr>
              <a:xfrm>
                <a:off x="4248574" y="2922340"/>
                <a:ext cx="373497" cy="81403"/>
              </a:xfrm>
              <a:custGeom>
                <a:avLst/>
                <a:gdLst>
                  <a:gd name="connsiteX0" fmla="*/ 0 w 373497"/>
                  <a:gd name="connsiteY0" fmla="*/ 0 h 81403"/>
                  <a:gd name="connsiteX1" fmla="*/ 373498 w 373497"/>
                  <a:gd name="connsiteY1" fmla="*/ 0 h 81403"/>
                  <a:gd name="connsiteX2" fmla="*/ 373498 w 373497"/>
                  <a:gd name="connsiteY2" fmla="*/ 81403 h 81403"/>
                  <a:gd name="connsiteX3" fmla="*/ 0 w 373497"/>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73497" h="81403">
                    <a:moveTo>
                      <a:pt x="0" y="0"/>
                    </a:moveTo>
                    <a:lnTo>
                      <a:pt x="373498" y="0"/>
                    </a:lnTo>
                    <a:lnTo>
                      <a:pt x="373498" y="81403"/>
                    </a:lnTo>
                    <a:lnTo>
                      <a:pt x="0" y="81403"/>
                    </a:lnTo>
                    <a:close/>
                  </a:path>
                </a:pathLst>
              </a:custGeom>
            </p:spPr>
          </p:pic>
        </p:grpSp>
        <p:grpSp>
          <p:nvGrpSpPr>
            <p:cNvPr id="129" name="Grafik 7">
              <a:extLst>
                <a:ext uri="{FF2B5EF4-FFF2-40B4-BE49-F238E27FC236}">
                  <a16:creationId xmlns:a16="http://schemas.microsoft.com/office/drawing/2014/main" id="{59B0EA21-9186-01A5-B464-49074BEC1918}"/>
                </a:ext>
              </a:extLst>
            </p:cNvPr>
            <p:cNvGrpSpPr/>
            <p:nvPr/>
          </p:nvGrpSpPr>
          <p:grpSpPr>
            <a:xfrm>
              <a:off x="7516679" y="3769893"/>
              <a:ext cx="110133" cy="617133"/>
              <a:chOff x="7516679" y="3769893"/>
              <a:chExt cx="110133" cy="617133"/>
            </a:xfrm>
          </p:grpSpPr>
          <p:grpSp>
            <p:nvGrpSpPr>
              <p:cNvPr id="130" name="Grafik 7">
                <a:extLst>
                  <a:ext uri="{FF2B5EF4-FFF2-40B4-BE49-F238E27FC236}">
                    <a16:creationId xmlns:a16="http://schemas.microsoft.com/office/drawing/2014/main" id="{B1C5B0A8-1E20-9EFE-0B78-F20154AAFC88}"/>
                  </a:ext>
                </a:extLst>
              </p:cNvPr>
              <p:cNvGrpSpPr/>
              <p:nvPr/>
            </p:nvGrpSpPr>
            <p:grpSpPr>
              <a:xfrm>
                <a:off x="7557093" y="3769893"/>
                <a:ext cx="33519" cy="617133"/>
                <a:chOff x="7557093" y="3769893"/>
                <a:chExt cx="33519" cy="617133"/>
              </a:xfrm>
            </p:grpSpPr>
            <p:sp>
              <p:nvSpPr>
                <p:cNvPr id="131" name="Freihandform: Form 130">
                  <a:extLst>
                    <a:ext uri="{FF2B5EF4-FFF2-40B4-BE49-F238E27FC236}">
                      <a16:creationId xmlns:a16="http://schemas.microsoft.com/office/drawing/2014/main" id="{51F979C6-5352-5570-2F30-471A124BDDBB}"/>
                    </a:ext>
                  </a:extLst>
                </p:cNvPr>
                <p:cNvSpPr/>
                <p:nvPr/>
              </p:nvSpPr>
              <p:spPr>
                <a:xfrm>
                  <a:off x="7573853" y="3769893"/>
                  <a:ext cx="4788" cy="591993"/>
                </a:xfrm>
                <a:custGeom>
                  <a:avLst/>
                  <a:gdLst>
                    <a:gd name="connsiteX0" fmla="*/ 1 w 4788"/>
                    <a:gd name="connsiteY0" fmla="*/ 1 h 591993"/>
                    <a:gd name="connsiteX1" fmla="*/ 1 w 4788"/>
                    <a:gd name="connsiteY1" fmla="*/ 335191 h 591993"/>
                    <a:gd name="connsiteX2" fmla="*/ 1 w 4788"/>
                    <a:gd name="connsiteY2" fmla="*/ 591994 h 591993"/>
                  </a:gdLst>
                  <a:ahLst/>
                  <a:cxnLst>
                    <a:cxn ang="0">
                      <a:pos x="connsiteX0" y="connsiteY0"/>
                    </a:cxn>
                    <a:cxn ang="0">
                      <a:pos x="connsiteX1" y="connsiteY1"/>
                    </a:cxn>
                    <a:cxn ang="0">
                      <a:pos x="connsiteX2" y="connsiteY2"/>
                    </a:cxn>
                  </a:cxnLst>
                  <a:rect l="l" t="t" r="r" b="b"/>
                  <a:pathLst>
                    <a:path w="4788" h="591993">
                      <a:moveTo>
                        <a:pt x="1" y="1"/>
                      </a:moveTo>
                      <a:lnTo>
                        <a:pt x="1" y="335191"/>
                      </a:lnTo>
                      <a:lnTo>
                        <a:pt x="1" y="591994"/>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32" name="Freihandform: Form 131">
                  <a:extLst>
                    <a:ext uri="{FF2B5EF4-FFF2-40B4-BE49-F238E27FC236}">
                      <a16:creationId xmlns:a16="http://schemas.microsoft.com/office/drawing/2014/main" id="{B910DE8B-4A13-7705-88D8-9D4523B2A5D5}"/>
                    </a:ext>
                  </a:extLst>
                </p:cNvPr>
                <p:cNvSpPr/>
                <p:nvPr/>
              </p:nvSpPr>
              <p:spPr>
                <a:xfrm>
                  <a:off x="7557093" y="435350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33" name="Grafik 132">
                <a:extLst>
                  <a:ext uri="{FF2B5EF4-FFF2-40B4-BE49-F238E27FC236}">
                    <a16:creationId xmlns:a16="http://schemas.microsoft.com/office/drawing/2014/main" id="{F4C37D23-7001-9301-173B-F7AE9E8EEBC4}"/>
                  </a:ext>
                </a:extLst>
              </p:cNvPr>
              <p:cNvPicPr>
                <a:picLocks noChangeAspect="1"/>
              </p:cNvPicPr>
              <p:nvPr/>
            </p:nvPicPr>
            <p:blipFill>
              <a:blip r:embed="rId2"/>
              <a:stretch>
                <a:fillRect/>
              </a:stretch>
            </p:blipFill>
            <p:spPr>
              <a:xfrm>
                <a:off x="7516679" y="3978190"/>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34" name="Grafik 7">
              <a:extLst>
                <a:ext uri="{FF2B5EF4-FFF2-40B4-BE49-F238E27FC236}">
                  <a16:creationId xmlns:a16="http://schemas.microsoft.com/office/drawing/2014/main" id="{85DE6F4E-536A-67CC-4FE1-8EB4A98FE839}"/>
                </a:ext>
              </a:extLst>
            </p:cNvPr>
            <p:cNvGrpSpPr/>
            <p:nvPr/>
          </p:nvGrpSpPr>
          <p:grpSpPr>
            <a:xfrm>
              <a:off x="7861446" y="3652576"/>
              <a:ext cx="1094156" cy="734449"/>
              <a:chOff x="7861446" y="3652576"/>
              <a:chExt cx="1094156" cy="734449"/>
            </a:xfrm>
          </p:grpSpPr>
          <p:grpSp>
            <p:nvGrpSpPr>
              <p:cNvPr id="135" name="Grafik 7">
                <a:extLst>
                  <a:ext uri="{FF2B5EF4-FFF2-40B4-BE49-F238E27FC236}">
                    <a16:creationId xmlns:a16="http://schemas.microsoft.com/office/drawing/2014/main" id="{1C741EB7-B569-CE0D-36D7-027ACB163028}"/>
                  </a:ext>
                </a:extLst>
              </p:cNvPr>
              <p:cNvGrpSpPr/>
              <p:nvPr/>
            </p:nvGrpSpPr>
            <p:grpSpPr>
              <a:xfrm>
                <a:off x="7861446" y="3674124"/>
                <a:ext cx="1094156" cy="712901"/>
                <a:chOff x="7861446" y="3674124"/>
                <a:chExt cx="1094156" cy="712901"/>
              </a:xfrm>
            </p:grpSpPr>
            <p:sp>
              <p:nvSpPr>
                <p:cNvPr id="136" name="Freihandform: Form 135">
                  <a:extLst>
                    <a:ext uri="{FF2B5EF4-FFF2-40B4-BE49-F238E27FC236}">
                      <a16:creationId xmlns:a16="http://schemas.microsoft.com/office/drawing/2014/main" id="{E47CAD68-C6AA-F85B-618D-B7E99ED53FAB}"/>
                    </a:ext>
                  </a:extLst>
                </p:cNvPr>
                <p:cNvSpPr/>
                <p:nvPr/>
              </p:nvSpPr>
              <p:spPr>
                <a:xfrm>
                  <a:off x="7861446" y="3674124"/>
                  <a:ext cx="1077397" cy="687762"/>
                </a:xfrm>
                <a:custGeom>
                  <a:avLst/>
                  <a:gdLst>
                    <a:gd name="connsiteX0" fmla="*/ 1 w 1077397"/>
                    <a:gd name="connsiteY0" fmla="*/ 1 h 687762"/>
                    <a:gd name="connsiteX1" fmla="*/ 1077398 w 1077397"/>
                    <a:gd name="connsiteY1" fmla="*/ 1 h 687762"/>
                    <a:gd name="connsiteX2" fmla="*/ 1077398 w 1077397"/>
                    <a:gd name="connsiteY2" fmla="*/ 687763 h 687762"/>
                  </a:gdLst>
                  <a:ahLst/>
                  <a:cxnLst>
                    <a:cxn ang="0">
                      <a:pos x="connsiteX0" y="connsiteY0"/>
                    </a:cxn>
                    <a:cxn ang="0">
                      <a:pos x="connsiteX1" y="connsiteY1"/>
                    </a:cxn>
                    <a:cxn ang="0">
                      <a:pos x="connsiteX2" y="connsiteY2"/>
                    </a:cxn>
                  </a:cxnLst>
                  <a:rect l="l" t="t" r="r" b="b"/>
                  <a:pathLst>
                    <a:path w="1077397" h="687762">
                      <a:moveTo>
                        <a:pt x="1" y="1"/>
                      </a:moveTo>
                      <a:lnTo>
                        <a:pt x="1077398" y="1"/>
                      </a:lnTo>
                      <a:lnTo>
                        <a:pt x="1077398" y="687763"/>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37" name="Freihandform: Form 136">
                  <a:extLst>
                    <a:ext uri="{FF2B5EF4-FFF2-40B4-BE49-F238E27FC236}">
                      <a16:creationId xmlns:a16="http://schemas.microsoft.com/office/drawing/2014/main" id="{00F9C881-AD4C-5C70-A234-B13F36A84612}"/>
                    </a:ext>
                  </a:extLst>
                </p:cNvPr>
                <p:cNvSpPr/>
                <p:nvPr/>
              </p:nvSpPr>
              <p:spPr>
                <a:xfrm>
                  <a:off x="8922083" y="435350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38" name="Grafik 137">
                <a:extLst>
                  <a:ext uri="{FF2B5EF4-FFF2-40B4-BE49-F238E27FC236}">
                    <a16:creationId xmlns:a16="http://schemas.microsoft.com/office/drawing/2014/main" id="{61C2016E-BA3B-55F2-6464-2D8586ABC89A}"/>
                  </a:ext>
                </a:extLst>
              </p:cNvPr>
              <p:cNvPicPr>
                <a:picLocks noChangeAspect="1"/>
              </p:cNvPicPr>
              <p:nvPr/>
            </p:nvPicPr>
            <p:blipFill>
              <a:blip r:embed="rId2"/>
              <a:stretch>
                <a:fillRect/>
              </a:stretch>
            </p:blipFill>
            <p:spPr>
              <a:xfrm>
                <a:off x="8436058" y="3652576"/>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39" name="Grafik 7">
              <a:extLst>
                <a:ext uri="{FF2B5EF4-FFF2-40B4-BE49-F238E27FC236}">
                  <a16:creationId xmlns:a16="http://schemas.microsoft.com/office/drawing/2014/main" id="{D388058F-96D6-11BC-B33F-C0DB068C55AC}"/>
                </a:ext>
              </a:extLst>
            </p:cNvPr>
            <p:cNvGrpSpPr/>
            <p:nvPr/>
          </p:nvGrpSpPr>
          <p:grpSpPr>
            <a:xfrm>
              <a:off x="7286834" y="3482587"/>
              <a:ext cx="574611" cy="287305"/>
              <a:chOff x="7286834" y="3482587"/>
              <a:chExt cx="574611" cy="287305"/>
            </a:xfrm>
            <a:solidFill>
              <a:srgbClr val="FFFFFF"/>
            </a:solidFill>
          </p:grpSpPr>
          <p:sp>
            <p:nvSpPr>
              <p:cNvPr id="140" name="Freihandform: Form 139">
                <a:extLst>
                  <a:ext uri="{FF2B5EF4-FFF2-40B4-BE49-F238E27FC236}">
                    <a16:creationId xmlns:a16="http://schemas.microsoft.com/office/drawing/2014/main" id="{8E4281BE-4ADE-4C0C-E8FF-DDA331C1A90C}"/>
                  </a:ext>
                </a:extLst>
              </p:cNvPr>
              <p:cNvSpPr/>
              <p:nvPr/>
            </p:nvSpPr>
            <p:spPr>
              <a:xfrm>
                <a:off x="7286834" y="3482587"/>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41" name="Grafik 140">
                <a:extLst>
                  <a:ext uri="{FF2B5EF4-FFF2-40B4-BE49-F238E27FC236}">
                    <a16:creationId xmlns:a16="http://schemas.microsoft.com/office/drawing/2014/main" id="{D9AA72A9-F2E5-4993-E511-A65E40322260}"/>
                  </a:ext>
                </a:extLst>
              </p:cNvPr>
              <p:cNvPicPr>
                <a:picLocks noChangeAspect="1"/>
              </p:cNvPicPr>
              <p:nvPr/>
            </p:nvPicPr>
            <p:blipFill>
              <a:blip r:embed="rId17"/>
              <a:stretch>
                <a:fillRect/>
              </a:stretch>
            </p:blipFill>
            <p:spPr>
              <a:xfrm>
                <a:off x="7289228" y="3592721"/>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42" name="Grafik 7">
              <a:extLst>
                <a:ext uri="{FF2B5EF4-FFF2-40B4-BE49-F238E27FC236}">
                  <a16:creationId xmlns:a16="http://schemas.microsoft.com/office/drawing/2014/main" id="{4F102BC1-8644-948D-CF9B-618DEC8871BA}"/>
                </a:ext>
              </a:extLst>
            </p:cNvPr>
            <p:cNvGrpSpPr/>
            <p:nvPr/>
          </p:nvGrpSpPr>
          <p:grpSpPr>
            <a:xfrm>
              <a:off x="6496743" y="4519282"/>
              <a:ext cx="784728" cy="75417"/>
              <a:chOff x="6496743" y="4519282"/>
              <a:chExt cx="784728" cy="75417"/>
            </a:xfrm>
          </p:grpSpPr>
          <p:grpSp>
            <p:nvGrpSpPr>
              <p:cNvPr id="143" name="Grafik 7">
                <a:extLst>
                  <a:ext uri="{FF2B5EF4-FFF2-40B4-BE49-F238E27FC236}">
                    <a16:creationId xmlns:a16="http://schemas.microsoft.com/office/drawing/2014/main" id="{3AF22689-F936-DE31-BF3D-4F2EBDEF15E3}"/>
                  </a:ext>
                </a:extLst>
              </p:cNvPr>
              <p:cNvGrpSpPr/>
              <p:nvPr/>
            </p:nvGrpSpPr>
            <p:grpSpPr>
              <a:xfrm>
                <a:off x="6496743" y="4519282"/>
                <a:ext cx="784728" cy="33519"/>
                <a:chOff x="6496743" y="4519282"/>
                <a:chExt cx="784728" cy="33519"/>
              </a:xfrm>
            </p:grpSpPr>
            <p:sp>
              <p:nvSpPr>
                <p:cNvPr id="144" name="Freihandform: Form 143">
                  <a:extLst>
                    <a:ext uri="{FF2B5EF4-FFF2-40B4-BE49-F238E27FC236}">
                      <a16:creationId xmlns:a16="http://schemas.microsoft.com/office/drawing/2014/main" id="{D5A1C0E2-4A47-439E-9AAE-C914E5128075}"/>
                    </a:ext>
                  </a:extLst>
                </p:cNvPr>
                <p:cNvSpPr/>
                <p:nvPr/>
              </p:nvSpPr>
              <p:spPr>
                <a:xfrm>
                  <a:off x="6496743" y="4536042"/>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FED03350-F78C-D43B-BD32-AB407A63FA0B}"/>
                    </a:ext>
                  </a:extLst>
                </p:cNvPr>
                <p:cNvSpPr/>
                <p:nvPr/>
              </p:nvSpPr>
              <p:spPr>
                <a:xfrm>
                  <a:off x="7247952" y="4519282"/>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46" name="Grafik 145">
                <a:extLst>
                  <a:ext uri="{FF2B5EF4-FFF2-40B4-BE49-F238E27FC236}">
                    <a16:creationId xmlns:a16="http://schemas.microsoft.com/office/drawing/2014/main" id="{339BA1E7-2874-995C-1D95-7B169163B8B2}"/>
                  </a:ext>
                </a:extLst>
              </p:cNvPr>
              <p:cNvPicPr>
                <a:picLocks noChangeAspect="1"/>
              </p:cNvPicPr>
              <p:nvPr/>
            </p:nvPicPr>
            <p:blipFill>
              <a:blip r:embed="rId4"/>
              <a:stretch>
                <a:fillRect/>
              </a:stretch>
            </p:blipFill>
            <p:spPr>
              <a:xfrm>
                <a:off x="6764895" y="4519282"/>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47" name="Grafik 7">
              <a:extLst>
                <a:ext uri="{FF2B5EF4-FFF2-40B4-BE49-F238E27FC236}">
                  <a16:creationId xmlns:a16="http://schemas.microsoft.com/office/drawing/2014/main" id="{B8F37F84-628D-92A7-8AF9-20EAF62C9EB6}"/>
                </a:ext>
              </a:extLst>
            </p:cNvPr>
            <p:cNvGrpSpPr/>
            <p:nvPr/>
          </p:nvGrpSpPr>
          <p:grpSpPr>
            <a:xfrm>
              <a:off x="4598129" y="4685058"/>
              <a:ext cx="268152" cy="252637"/>
              <a:chOff x="4598129" y="4685058"/>
              <a:chExt cx="268152" cy="252637"/>
            </a:xfrm>
          </p:grpSpPr>
          <p:grpSp>
            <p:nvGrpSpPr>
              <p:cNvPr id="148" name="Grafik 7">
                <a:extLst>
                  <a:ext uri="{FF2B5EF4-FFF2-40B4-BE49-F238E27FC236}">
                    <a16:creationId xmlns:a16="http://schemas.microsoft.com/office/drawing/2014/main" id="{F055E9EA-8EB7-840D-1D5A-75C6D9545C0A}"/>
                  </a:ext>
                </a:extLst>
              </p:cNvPr>
              <p:cNvGrpSpPr/>
              <p:nvPr/>
            </p:nvGrpSpPr>
            <p:grpSpPr>
              <a:xfrm>
                <a:off x="4708263" y="4685058"/>
                <a:ext cx="33519" cy="252637"/>
                <a:chOff x="4708263" y="4685058"/>
                <a:chExt cx="33519" cy="252637"/>
              </a:xfrm>
            </p:grpSpPr>
            <p:sp>
              <p:nvSpPr>
                <p:cNvPr id="149" name="Freihandform: Form 148">
                  <a:extLst>
                    <a:ext uri="{FF2B5EF4-FFF2-40B4-BE49-F238E27FC236}">
                      <a16:creationId xmlns:a16="http://schemas.microsoft.com/office/drawing/2014/main" id="{5A41D733-9BA2-8C03-6F5C-C8A8B7CC7CDE}"/>
                    </a:ext>
                  </a:extLst>
                </p:cNvPr>
                <p:cNvSpPr/>
                <p:nvPr/>
              </p:nvSpPr>
              <p:spPr>
                <a:xfrm>
                  <a:off x="4725023" y="4710197"/>
                  <a:ext cx="4788" cy="202359"/>
                </a:xfrm>
                <a:custGeom>
                  <a:avLst/>
                  <a:gdLst>
                    <a:gd name="connsiteX0" fmla="*/ 1 w 4788"/>
                    <a:gd name="connsiteY0" fmla="*/ 1 h 202359"/>
                    <a:gd name="connsiteX1" fmla="*/ 1 w 4788"/>
                    <a:gd name="connsiteY1" fmla="*/ 17383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17383"/>
                      </a:lnTo>
                      <a:lnTo>
                        <a:pt x="1" y="202360"/>
                      </a:lnTo>
                    </a:path>
                  </a:pathLst>
                </a:custGeom>
                <a:noFill/>
                <a:ln w="4785" cap="flat">
                  <a:solidFill>
                    <a:srgbClr val="000000"/>
                  </a:solid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CF9F826C-A2A2-C5CA-1362-23365B37D24F}"/>
                    </a:ext>
                  </a:extLst>
                </p:cNvPr>
                <p:cNvSpPr/>
                <p:nvPr/>
              </p:nvSpPr>
              <p:spPr>
                <a:xfrm>
                  <a:off x="4708263"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3131619-5D11-B865-0130-CE3D8A74A751}"/>
                    </a:ext>
                  </a:extLst>
                </p:cNvPr>
                <p:cNvSpPr/>
                <p:nvPr/>
              </p:nvSpPr>
              <p:spPr>
                <a:xfrm>
                  <a:off x="4708263" y="490417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52" name="Grafik 151">
                <a:extLst>
                  <a:ext uri="{FF2B5EF4-FFF2-40B4-BE49-F238E27FC236}">
                    <a16:creationId xmlns:a16="http://schemas.microsoft.com/office/drawing/2014/main" id="{0AE08B6A-070C-3B81-6EBB-DF9BF55BD6F2}"/>
                  </a:ext>
                </a:extLst>
              </p:cNvPr>
              <p:cNvPicPr>
                <a:picLocks noChangeAspect="1"/>
              </p:cNvPicPr>
              <p:nvPr/>
            </p:nvPicPr>
            <p:blipFill>
              <a:blip r:embed="rId5"/>
              <a:stretch>
                <a:fillRect/>
              </a:stretch>
            </p:blipFill>
            <p:spPr>
              <a:xfrm>
                <a:off x="4598129" y="4756310"/>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53" name="Grafik 7">
              <a:extLst>
                <a:ext uri="{FF2B5EF4-FFF2-40B4-BE49-F238E27FC236}">
                  <a16:creationId xmlns:a16="http://schemas.microsoft.com/office/drawing/2014/main" id="{53903ADB-C5A4-6B67-35F8-7D23A525BC72}"/>
                </a:ext>
              </a:extLst>
            </p:cNvPr>
            <p:cNvGrpSpPr/>
            <p:nvPr/>
          </p:nvGrpSpPr>
          <p:grpSpPr>
            <a:xfrm>
              <a:off x="5012329" y="3872844"/>
              <a:ext cx="5453449" cy="519544"/>
              <a:chOff x="5012329" y="3872844"/>
              <a:chExt cx="5453449" cy="519544"/>
            </a:xfrm>
          </p:grpSpPr>
          <p:grpSp>
            <p:nvGrpSpPr>
              <p:cNvPr id="154" name="Grafik 7">
                <a:extLst>
                  <a:ext uri="{FF2B5EF4-FFF2-40B4-BE49-F238E27FC236}">
                    <a16:creationId xmlns:a16="http://schemas.microsoft.com/office/drawing/2014/main" id="{CFA8662E-E4BA-A5E3-C80A-D95440A2B6AB}"/>
                  </a:ext>
                </a:extLst>
              </p:cNvPr>
              <p:cNvGrpSpPr/>
              <p:nvPr/>
            </p:nvGrpSpPr>
            <p:grpSpPr>
              <a:xfrm>
                <a:off x="5012329" y="3882708"/>
                <a:ext cx="5453449" cy="509680"/>
                <a:chOff x="5012329" y="3882708"/>
                <a:chExt cx="5453449" cy="509680"/>
              </a:xfrm>
            </p:grpSpPr>
            <p:sp>
              <p:nvSpPr>
                <p:cNvPr id="155" name="Freihandform: Form 154">
                  <a:extLst>
                    <a:ext uri="{FF2B5EF4-FFF2-40B4-BE49-F238E27FC236}">
                      <a16:creationId xmlns:a16="http://schemas.microsoft.com/office/drawing/2014/main" id="{FB51EA8D-EDE3-57ED-956A-71F2CD38995E}"/>
                    </a:ext>
                  </a:extLst>
                </p:cNvPr>
                <p:cNvSpPr/>
                <p:nvPr/>
              </p:nvSpPr>
              <p:spPr>
                <a:xfrm>
                  <a:off x="5012329" y="3899468"/>
                  <a:ext cx="5428310" cy="492921"/>
                </a:xfrm>
                <a:custGeom>
                  <a:avLst/>
                  <a:gdLst>
                    <a:gd name="connsiteX0" fmla="*/ 1 w 5428310"/>
                    <a:gd name="connsiteY0" fmla="*/ 492922 h 492921"/>
                    <a:gd name="connsiteX1" fmla="*/ 1 w 5428310"/>
                    <a:gd name="connsiteY1" fmla="*/ 1 h 492921"/>
                    <a:gd name="connsiteX2" fmla="*/ 5428311 w 5428310"/>
                    <a:gd name="connsiteY2" fmla="*/ 1 h 492921"/>
                  </a:gdLst>
                  <a:ahLst/>
                  <a:cxnLst>
                    <a:cxn ang="0">
                      <a:pos x="connsiteX0" y="connsiteY0"/>
                    </a:cxn>
                    <a:cxn ang="0">
                      <a:pos x="connsiteX1" y="connsiteY1"/>
                    </a:cxn>
                    <a:cxn ang="0">
                      <a:pos x="connsiteX2" y="connsiteY2"/>
                    </a:cxn>
                  </a:cxnLst>
                  <a:rect l="l" t="t" r="r" b="b"/>
                  <a:pathLst>
                    <a:path w="5428310" h="492921">
                      <a:moveTo>
                        <a:pt x="1" y="492922"/>
                      </a:moveTo>
                      <a:lnTo>
                        <a:pt x="1" y="1"/>
                      </a:lnTo>
                      <a:lnTo>
                        <a:pt x="5428311" y="1"/>
                      </a:lnTo>
                    </a:path>
                  </a:pathLst>
                </a:custGeom>
                <a:noFill/>
                <a:ln w="4785" cap="flat">
                  <a:solidFill>
                    <a:srgbClr val="000000"/>
                  </a:solidFill>
                  <a:custDash>
                    <a:ds d="75000" sp="300000"/>
                  </a:custDash>
                  <a:miter/>
                </a:ln>
              </p:spPr>
              <p:txBody>
                <a:bodyPr rtlCol="0" anchor="ctr"/>
                <a:lstStyle/>
                <a:p>
                  <a:endParaRPr lang="de-DE"/>
                </a:p>
              </p:txBody>
            </p:sp>
            <p:sp>
              <p:nvSpPr>
                <p:cNvPr id="156" name="Freihandform: Form 155">
                  <a:extLst>
                    <a:ext uri="{FF2B5EF4-FFF2-40B4-BE49-F238E27FC236}">
                      <a16:creationId xmlns:a16="http://schemas.microsoft.com/office/drawing/2014/main" id="{100A483A-956F-0C76-CB09-D47FB2B9A045}"/>
                    </a:ext>
                  </a:extLst>
                </p:cNvPr>
                <p:cNvSpPr/>
                <p:nvPr/>
              </p:nvSpPr>
              <p:spPr>
                <a:xfrm>
                  <a:off x="10432259" y="3882708"/>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57" name="Grafik 156">
                <a:extLst>
                  <a:ext uri="{FF2B5EF4-FFF2-40B4-BE49-F238E27FC236}">
                    <a16:creationId xmlns:a16="http://schemas.microsoft.com/office/drawing/2014/main" id="{0F1D9132-BECC-7590-DF35-1D97C0111662}"/>
                  </a:ext>
                </a:extLst>
              </p:cNvPr>
              <p:cNvPicPr>
                <a:picLocks noChangeAspect="1"/>
              </p:cNvPicPr>
              <p:nvPr/>
            </p:nvPicPr>
            <p:blipFill>
              <a:blip r:embed="rId4"/>
              <a:stretch>
                <a:fillRect/>
              </a:stretch>
            </p:blipFill>
            <p:spPr>
              <a:xfrm>
                <a:off x="9125592" y="387284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58" name="Grafik 7">
              <a:extLst>
                <a:ext uri="{FF2B5EF4-FFF2-40B4-BE49-F238E27FC236}">
                  <a16:creationId xmlns:a16="http://schemas.microsoft.com/office/drawing/2014/main" id="{05B80106-EB65-C907-A18F-2F4CE575FADC}"/>
                </a:ext>
              </a:extLst>
            </p:cNvPr>
            <p:cNvGrpSpPr/>
            <p:nvPr/>
          </p:nvGrpSpPr>
          <p:grpSpPr>
            <a:xfrm>
              <a:off x="4581370" y="4392389"/>
              <a:ext cx="574611" cy="287305"/>
              <a:chOff x="4581370" y="4392389"/>
              <a:chExt cx="574611" cy="287305"/>
            </a:xfrm>
            <a:solidFill>
              <a:srgbClr val="FFFFFF"/>
            </a:solidFill>
          </p:grpSpPr>
          <p:sp>
            <p:nvSpPr>
              <p:cNvPr id="159" name="Freihandform: Form 158">
                <a:extLst>
                  <a:ext uri="{FF2B5EF4-FFF2-40B4-BE49-F238E27FC236}">
                    <a16:creationId xmlns:a16="http://schemas.microsoft.com/office/drawing/2014/main" id="{6145E4D3-9333-C10D-9CB9-172EEE345B55}"/>
                  </a:ext>
                </a:extLst>
              </p:cNvPr>
              <p:cNvSpPr/>
              <p:nvPr/>
            </p:nvSpPr>
            <p:spPr>
              <a:xfrm>
                <a:off x="4581370" y="4392389"/>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60" name="Grafik 159">
                <a:extLst>
                  <a:ext uri="{FF2B5EF4-FFF2-40B4-BE49-F238E27FC236}">
                    <a16:creationId xmlns:a16="http://schemas.microsoft.com/office/drawing/2014/main" id="{FD967739-835A-FF78-B4F6-8CD9ED9CA75B}"/>
                  </a:ext>
                </a:extLst>
              </p:cNvPr>
              <p:cNvPicPr>
                <a:picLocks noChangeAspect="1"/>
              </p:cNvPicPr>
              <p:nvPr/>
            </p:nvPicPr>
            <p:blipFill>
              <a:blip r:embed="rId18"/>
              <a:stretch>
                <a:fillRect/>
              </a:stretch>
            </p:blipFill>
            <p:spPr>
              <a:xfrm>
                <a:off x="4583764" y="4502523"/>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61" name="Grafik 7">
              <a:extLst>
                <a:ext uri="{FF2B5EF4-FFF2-40B4-BE49-F238E27FC236}">
                  <a16:creationId xmlns:a16="http://schemas.microsoft.com/office/drawing/2014/main" id="{4C64B574-C7AB-BE81-1723-2C590D396DF8}"/>
                </a:ext>
              </a:extLst>
            </p:cNvPr>
            <p:cNvGrpSpPr/>
            <p:nvPr/>
          </p:nvGrpSpPr>
          <p:grpSpPr>
            <a:xfrm>
              <a:off x="4851916" y="3595115"/>
              <a:ext cx="2434917" cy="791910"/>
              <a:chOff x="4851916" y="3595115"/>
              <a:chExt cx="2434917" cy="791910"/>
            </a:xfrm>
          </p:grpSpPr>
          <p:grpSp>
            <p:nvGrpSpPr>
              <p:cNvPr id="162" name="Grafik 7">
                <a:extLst>
                  <a:ext uri="{FF2B5EF4-FFF2-40B4-BE49-F238E27FC236}">
                    <a16:creationId xmlns:a16="http://schemas.microsoft.com/office/drawing/2014/main" id="{CE9B58A4-8CF7-446E-0699-E2ECA437DAC6}"/>
                  </a:ext>
                </a:extLst>
              </p:cNvPr>
              <p:cNvGrpSpPr/>
              <p:nvPr/>
            </p:nvGrpSpPr>
            <p:grpSpPr>
              <a:xfrm>
                <a:off x="4851916" y="3626240"/>
                <a:ext cx="2434917" cy="760786"/>
                <a:chOff x="4851916" y="3626240"/>
                <a:chExt cx="2434917" cy="760786"/>
              </a:xfrm>
            </p:grpSpPr>
            <p:sp>
              <p:nvSpPr>
                <p:cNvPr id="163" name="Freihandform: Form 162">
                  <a:extLst>
                    <a:ext uri="{FF2B5EF4-FFF2-40B4-BE49-F238E27FC236}">
                      <a16:creationId xmlns:a16="http://schemas.microsoft.com/office/drawing/2014/main" id="{AD76C8B2-BBD1-997D-ADDB-1246DD20CB54}"/>
                    </a:ext>
                  </a:extLst>
                </p:cNvPr>
                <p:cNvSpPr/>
                <p:nvPr/>
              </p:nvSpPr>
              <p:spPr>
                <a:xfrm>
                  <a:off x="4868676" y="3626240"/>
                  <a:ext cx="2418158" cy="735646"/>
                </a:xfrm>
                <a:custGeom>
                  <a:avLst/>
                  <a:gdLst>
                    <a:gd name="connsiteX0" fmla="*/ 2418159 w 2418158"/>
                    <a:gd name="connsiteY0" fmla="*/ 1 h 735646"/>
                    <a:gd name="connsiteX1" fmla="*/ 1 w 2418158"/>
                    <a:gd name="connsiteY1" fmla="*/ 1 h 735646"/>
                    <a:gd name="connsiteX2" fmla="*/ 1 w 2418158"/>
                    <a:gd name="connsiteY2" fmla="*/ 735647 h 735646"/>
                  </a:gdLst>
                  <a:ahLst/>
                  <a:cxnLst>
                    <a:cxn ang="0">
                      <a:pos x="connsiteX0" y="connsiteY0"/>
                    </a:cxn>
                    <a:cxn ang="0">
                      <a:pos x="connsiteX1" y="connsiteY1"/>
                    </a:cxn>
                    <a:cxn ang="0">
                      <a:pos x="connsiteX2" y="connsiteY2"/>
                    </a:cxn>
                  </a:cxnLst>
                  <a:rect l="l" t="t" r="r" b="b"/>
                  <a:pathLst>
                    <a:path w="2418158" h="735646">
                      <a:moveTo>
                        <a:pt x="2418159" y="1"/>
                      </a:moveTo>
                      <a:lnTo>
                        <a:pt x="1" y="1"/>
                      </a:lnTo>
                      <a:lnTo>
                        <a:pt x="1" y="735647"/>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64" name="Freihandform: Form 163">
                  <a:extLst>
                    <a:ext uri="{FF2B5EF4-FFF2-40B4-BE49-F238E27FC236}">
                      <a16:creationId xmlns:a16="http://schemas.microsoft.com/office/drawing/2014/main" id="{49B966A1-ABB0-595A-0881-6A4696416986}"/>
                    </a:ext>
                  </a:extLst>
                </p:cNvPr>
                <p:cNvSpPr/>
                <p:nvPr/>
              </p:nvSpPr>
              <p:spPr>
                <a:xfrm>
                  <a:off x="4851916" y="435350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65" name="Grafik 164">
                <a:extLst>
                  <a:ext uri="{FF2B5EF4-FFF2-40B4-BE49-F238E27FC236}">
                    <a16:creationId xmlns:a16="http://schemas.microsoft.com/office/drawing/2014/main" id="{EF45F3D6-5A70-1D88-670D-E5675C782488}"/>
                  </a:ext>
                </a:extLst>
              </p:cNvPr>
              <p:cNvPicPr>
                <a:picLocks noChangeAspect="1"/>
              </p:cNvPicPr>
              <p:nvPr/>
            </p:nvPicPr>
            <p:blipFill>
              <a:blip r:embed="rId2"/>
              <a:stretch>
                <a:fillRect/>
              </a:stretch>
            </p:blipFill>
            <p:spPr>
              <a:xfrm>
                <a:off x="6032265" y="3595115"/>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66" name="Grafik 7">
              <a:extLst>
                <a:ext uri="{FF2B5EF4-FFF2-40B4-BE49-F238E27FC236}">
                  <a16:creationId xmlns:a16="http://schemas.microsoft.com/office/drawing/2014/main" id="{37B435A5-E016-C172-24E0-8D9A61B78439}"/>
                </a:ext>
              </a:extLst>
            </p:cNvPr>
            <p:cNvGrpSpPr/>
            <p:nvPr/>
          </p:nvGrpSpPr>
          <p:grpSpPr>
            <a:xfrm>
              <a:off x="5155982" y="4509706"/>
              <a:ext cx="760786" cy="75417"/>
              <a:chOff x="5155982" y="4509706"/>
              <a:chExt cx="760786" cy="75417"/>
            </a:xfrm>
          </p:grpSpPr>
          <p:grpSp>
            <p:nvGrpSpPr>
              <p:cNvPr id="167" name="Grafik 7">
                <a:extLst>
                  <a:ext uri="{FF2B5EF4-FFF2-40B4-BE49-F238E27FC236}">
                    <a16:creationId xmlns:a16="http://schemas.microsoft.com/office/drawing/2014/main" id="{88D811EC-8707-0518-FF98-CE854D0AC20B}"/>
                  </a:ext>
                </a:extLst>
              </p:cNvPr>
              <p:cNvGrpSpPr/>
              <p:nvPr/>
            </p:nvGrpSpPr>
            <p:grpSpPr>
              <a:xfrm>
                <a:off x="5155982" y="4519282"/>
                <a:ext cx="760786" cy="33519"/>
                <a:chOff x="5155982" y="4519282"/>
                <a:chExt cx="760786" cy="33519"/>
              </a:xfrm>
            </p:grpSpPr>
            <p:sp>
              <p:nvSpPr>
                <p:cNvPr id="168" name="Freihandform: Form 167">
                  <a:extLst>
                    <a:ext uri="{FF2B5EF4-FFF2-40B4-BE49-F238E27FC236}">
                      <a16:creationId xmlns:a16="http://schemas.microsoft.com/office/drawing/2014/main" id="{FC8CA7E3-6FC2-D168-32DD-FFDCD5A7BF0E}"/>
                    </a:ext>
                  </a:extLst>
                </p:cNvPr>
                <p:cNvSpPr/>
                <p:nvPr/>
              </p:nvSpPr>
              <p:spPr>
                <a:xfrm>
                  <a:off x="5155982" y="4536042"/>
                  <a:ext cx="735646" cy="4788"/>
                </a:xfrm>
                <a:custGeom>
                  <a:avLst/>
                  <a:gdLst>
                    <a:gd name="connsiteX0" fmla="*/ 1 w 735646"/>
                    <a:gd name="connsiteY0" fmla="*/ 1 h 4788"/>
                    <a:gd name="connsiteX1" fmla="*/ 735647 w 735646"/>
                    <a:gd name="connsiteY1" fmla="*/ 1 h 4788"/>
                  </a:gdLst>
                  <a:ahLst/>
                  <a:cxnLst>
                    <a:cxn ang="0">
                      <a:pos x="connsiteX0" y="connsiteY0"/>
                    </a:cxn>
                    <a:cxn ang="0">
                      <a:pos x="connsiteX1" y="connsiteY1"/>
                    </a:cxn>
                  </a:cxnLst>
                  <a:rect l="l" t="t" r="r" b="b"/>
                  <a:pathLst>
                    <a:path w="735646" h="4788">
                      <a:moveTo>
                        <a:pt x="1" y="1"/>
                      </a:moveTo>
                      <a:lnTo>
                        <a:pt x="735647" y="1"/>
                      </a:lnTo>
                    </a:path>
                  </a:pathLst>
                </a:custGeom>
                <a:noFill/>
                <a:ln w="4785" cap="flat">
                  <a:solidFill>
                    <a:srgbClr val="000000"/>
                  </a:solid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1DA58CF5-8119-E867-BAC8-7D3C830F1608}"/>
                    </a:ext>
                  </a:extLst>
                </p:cNvPr>
                <p:cNvSpPr/>
                <p:nvPr/>
              </p:nvSpPr>
              <p:spPr>
                <a:xfrm>
                  <a:off x="5883249" y="4519282"/>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0" name="Grafik 169">
                <a:extLst>
                  <a:ext uri="{FF2B5EF4-FFF2-40B4-BE49-F238E27FC236}">
                    <a16:creationId xmlns:a16="http://schemas.microsoft.com/office/drawing/2014/main" id="{6C51868E-9AEA-0167-68C0-CB67FC23E238}"/>
                  </a:ext>
                </a:extLst>
              </p:cNvPr>
              <p:cNvPicPr>
                <a:picLocks noChangeAspect="1"/>
              </p:cNvPicPr>
              <p:nvPr/>
            </p:nvPicPr>
            <p:blipFill>
              <a:blip r:embed="rId4"/>
              <a:stretch>
                <a:fillRect/>
              </a:stretch>
            </p:blipFill>
            <p:spPr>
              <a:xfrm>
                <a:off x="5414557" y="4509706"/>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71" name="Grafik 7">
              <a:extLst>
                <a:ext uri="{FF2B5EF4-FFF2-40B4-BE49-F238E27FC236}">
                  <a16:creationId xmlns:a16="http://schemas.microsoft.com/office/drawing/2014/main" id="{6077A2DF-BD33-5C17-91CD-380508F773D8}"/>
                </a:ext>
              </a:extLst>
            </p:cNvPr>
            <p:cNvGrpSpPr/>
            <p:nvPr/>
          </p:nvGrpSpPr>
          <p:grpSpPr>
            <a:xfrm>
              <a:off x="6400974" y="4679695"/>
              <a:ext cx="3107117" cy="920576"/>
              <a:chOff x="6400974" y="4679695"/>
              <a:chExt cx="3107117" cy="920576"/>
            </a:xfrm>
          </p:grpSpPr>
          <p:grpSp>
            <p:nvGrpSpPr>
              <p:cNvPr id="172" name="Grafik 7">
                <a:extLst>
                  <a:ext uri="{FF2B5EF4-FFF2-40B4-BE49-F238E27FC236}">
                    <a16:creationId xmlns:a16="http://schemas.microsoft.com/office/drawing/2014/main" id="{0FAE1B86-F797-F447-C2DB-D758D56894CA}"/>
                  </a:ext>
                </a:extLst>
              </p:cNvPr>
              <p:cNvGrpSpPr/>
              <p:nvPr/>
            </p:nvGrpSpPr>
            <p:grpSpPr>
              <a:xfrm>
                <a:off x="6400974" y="4679695"/>
                <a:ext cx="3107117" cy="878677"/>
                <a:chOff x="6400974" y="4679695"/>
                <a:chExt cx="3107117" cy="878677"/>
              </a:xfrm>
            </p:grpSpPr>
            <p:sp>
              <p:nvSpPr>
                <p:cNvPr id="173" name="Freihandform: Form 172">
                  <a:extLst>
                    <a:ext uri="{FF2B5EF4-FFF2-40B4-BE49-F238E27FC236}">
                      <a16:creationId xmlns:a16="http://schemas.microsoft.com/office/drawing/2014/main" id="{3C84DBAF-53ED-C1B6-1DD4-8C1AA0AB19A8}"/>
                    </a:ext>
                  </a:extLst>
                </p:cNvPr>
                <p:cNvSpPr/>
                <p:nvPr/>
              </p:nvSpPr>
              <p:spPr>
                <a:xfrm>
                  <a:off x="6400974" y="4679695"/>
                  <a:ext cx="3081978" cy="861917"/>
                </a:xfrm>
                <a:custGeom>
                  <a:avLst/>
                  <a:gdLst>
                    <a:gd name="connsiteX0" fmla="*/ 1 w 3081978"/>
                    <a:gd name="connsiteY0" fmla="*/ 1 h 861917"/>
                    <a:gd name="connsiteX1" fmla="*/ 1 w 3081978"/>
                    <a:gd name="connsiteY1" fmla="*/ 861918 h 861917"/>
                    <a:gd name="connsiteX2" fmla="*/ 3081979 w 3081978"/>
                    <a:gd name="connsiteY2" fmla="*/ 861918 h 861917"/>
                  </a:gdLst>
                  <a:ahLst/>
                  <a:cxnLst>
                    <a:cxn ang="0">
                      <a:pos x="connsiteX0" y="connsiteY0"/>
                    </a:cxn>
                    <a:cxn ang="0">
                      <a:pos x="connsiteX1" y="connsiteY1"/>
                    </a:cxn>
                    <a:cxn ang="0">
                      <a:pos x="connsiteX2" y="connsiteY2"/>
                    </a:cxn>
                  </a:cxnLst>
                  <a:rect l="l" t="t" r="r" b="b"/>
                  <a:pathLst>
                    <a:path w="3081978" h="861917">
                      <a:moveTo>
                        <a:pt x="1" y="1"/>
                      </a:moveTo>
                      <a:lnTo>
                        <a:pt x="1" y="861918"/>
                      </a:lnTo>
                      <a:lnTo>
                        <a:pt x="3081979" y="861918"/>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74" name="Freihandform: Form 173">
                  <a:extLst>
                    <a:ext uri="{FF2B5EF4-FFF2-40B4-BE49-F238E27FC236}">
                      <a16:creationId xmlns:a16="http://schemas.microsoft.com/office/drawing/2014/main" id="{557FBCB4-A801-151E-BA43-0EC2BF38CECE}"/>
                    </a:ext>
                  </a:extLst>
                </p:cNvPr>
                <p:cNvSpPr/>
                <p:nvPr/>
              </p:nvSpPr>
              <p:spPr>
                <a:xfrm>
                  <a:off x="9474573" y="5524853"/>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75" name="Grafik 174">
                <a:extLst>
                  <a:ext uri="{FF2B5EF4-FFF2-40B4-BE49-F238E27FC236}">
                    <a16:creationId xmlns:a16="http://schemas.microsoft.com/office/drawing/2014/main" id="{7349F93E-081B-51FD-6237-AD245F8C6E0A}"/>
                  </a:ext>
                </a:extLst>
              </p:cNvPr>
              <p:cNvPicPr>
                <a:picLocks noChangeAspect="1"/>
              </p:cNvPicPr>
              <p:nvPr/>
            </p:nvPicPr>
            <p:blipFill>
              <a:blip r:embed="rId2"/>
              <a:stretch>
                <a:fillRect/>
              </a:stretch>
            </p:blipFill>
            <p:spPr>
              <a:xfrm>
                <a:off x="6558992" y="5524853"/>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76" name="Grafik 7">
              <a:extLst>
                <a:ext uri="{FF2B5EF4-FFF2-40B4-BE49-F238E27FC236}">
                  <a16:creationId xmlns:a16="http://schemas.microsoft.com/office/drawing/2014/main" id="{12ABF419-A938-8DFB-AE71-5CA18E87BEB4}"/>
                </a:ext>
              </a:extLst>
            </p:cNvPr>
            <p:cNvGrpSpPr/>
            <p:nvPr/>
          </p:nvGrpSpPr>
          <p:grpSpPr>
            <a:xfrm>
              <a:off x="5091338" y="4679695"/>
              <a:ext cx="926561" cy="633270"/>
              <a:chOff x="5091338" y="4679695"/>
              <a:chExt cx="926561" cy="633270"/>
            </a:xfrm>
          </p:grpSpPr>
          <p:grpSp>
            <p:nvGrpSpPr>
              <p:cNvPr id="177" name="Grafik 7">
                <a:extLst>
                  <a:ext uri="{FF2B5EF4-FFF2-40B4-BE49-F238E27FC236}">
                    <a16:creationId xmlns:a16="http://schemas.microsoft.com/office/drawing/2014/main" id="{B57586E4-4054-17F4-920C-DBCCC42EA360}"/>
                  </a:ext>
                </a:extLst>
              </p:cNvPr>
              <p:cNvGrpSpPr/>
              <p:nvPr/>
            </p:nvGrpSpPr>
            <p:grpSpPr>
              <a:xfrm>
                <a:off x="5091338" y="4679695"/>
                <a:ext cx="926561" cy="574611"/>
                <a:chOff x="5091338" y="4679695"/>
                <a:chExt cx="926561" cy="574611"/>
              </a:xfrm>
            </p:grpSpPr>
            <p:sp>
              <p:nvSpPr>
                <p:cNvPr id="178" name="Freihandform: Form 177">
                  <a:extLst>
                    <a:ext uri="{FF2B5EF4-FFF2-40B4-BE49-F238E27FC236}">
                      <a16:creationId xmlns:a16="http://schemas.microsoft.com/office/drawing/2014/main" id="{2DA648F0-8BF4-0AC1-B615-3F2983C269CC}"/>
                    </a:ext>
                  </a:extLst>
                </p:cNvPr>
                <p:cNvSpPr/>
                <p:nvPr/>
              </p:nvSpPr>
              <p:spPr>
                <a:xfrm>
                  <a:off x="5108097" y="4679695"/>
                  <a:ext cx="909802" cy="574611"/>
                </a:xfrm>
                <a:custGeom>
                  <a:avLst/>
                  <a:gdLst>
                    <a:gd name="connsiteX0" fmla="*/ 909803 w 909802"/>
                    <a:gd name="connsiteY0" fmla="*/ 1 h 574611"/>
                    <a:gd name="connsiteX1" fmla="*/ 909803 w 909802"/>
                    <a:gd name="connsiteY1" fmla="*/ 574612 h 574611"/>
                    <a:gd name="connsiteX2" fmla="*/ 1 w 909802"/>
                    <a:gd name="connsiteY2" fmla="*/ 574612 h 574611"/>
                    <a:gd name="connsiteX3" fmla="*/ 1 w 909802"/>
                    <a:gd name="connsiteY3" fmla="*/ 30503 h 574611"/>
                  </a:gdLst>
                  <a:ahLst/>
                  <a:cxnLst>
                    <a:cxn ang="0">
                      <a:pos x="connsiteX0" y="connsiteY0"/>
                    </a:cxn>
                    <a:cxn ang="0">
                      <a:pos x="connsiteX1" y="connsiteY1"/>
                    </a:cxn>
                    <a:cxn ang="0">
                      <a:pos x="connsiteX2" y="connsiteY2"/>
                    </a:cxn>
                    <a:cxn ang="0">
                      <a:pos x="connsiteX3" y="connsiteY3"/>
                    </a:cxn>
                  </a:cxnLst>
                  <a:rect l="l" t="t" r="r" b="b"/>
                  <a:pathLst>
                    <a:path w="909802" h="574611">
                      <a:moveTo>
                        <a:pt x="909803" y="1"/>
                      </a:moveTo>
                      <a:lnTo>
                        <a:pt x="909803" y="574612"/>
                      </a:lnTo>
                      <a:lnTo>
                        <a:pt x="1" y="574612"/>
                      </a:lnTo>
                      <a:lnTo>
                        <a:pt x="1" y="30503"/>
                      </a:lnTo>
                    </a:path>
                  </a:pathLst>
                </a:custGeom>
                <a:noFill/>
                <a:ln w="4785" cap="flat">
                  <a:solidFill>
                    <a:srgbClr val="000000"/>
                  </a:solid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D521ABB9-3634-00E8-0BF7-70B84BBEBDC0}"/>
                    </a:ext>
                  </a:extLst>
                </p:cNvPr>
                <p:cNvSpPr/>
                <p:nvPr/>
              </p:nvSpPr>
              <p:spPr>
                <a:xfrm>
                  <a:off x="5091338"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0" name="Grafik 179">
                <a:extLst>
                  <a:ext uri="{FF2B5EF4-FFF2-40B4-BE49-F238E27FC236}">
                    <a16:creationId xmlns:a16="http://schemas.microsoft.com/office/drawing/2014/main" id="{934B5540-72FE-7C1D-EF15-0D29CB15E1AA}"/>
                  </a:ext>
                </a:extLst>
              </p:cNvPr>
              <p:cNvPicPr>
                <a:picLocks noChangeAspect="1"/>
              </p:cNvPicPr>
              <p:nvPr/>
            </p:nvPicPr>
            <p:blipFill>
              <a:blip r:embed="rId19"/>
              <a:stretch>
                <a:fillRect/>
              </a:stretch>
            </p:blipFill>
            <p:spPr>
              <a:xfrm>
                <a:off x="5385827" y="5237547"/>
                <a:ext cx="493208" cy="75417"/>
              </a:xfrm>
              <a:custGeom>
                <a:avLst/>
                <a:gdLst>
                  <a:gd name="connsiteX0" fmla="*/ 0 w 493208"/>
                  <a:gd name="connsiteY0" fmla="*/ 0 h 75417"/>
                  <a:gd name="connsiteX1" fmla="*/ 493209 w 493208"/>
                  <a:gd name="connsiteY1" fmla="*/ 0 h 75417"/>
                  <a:gd name="connsiteX2" fmla="*/ 493209 w 493208"/>
                  <a:gd name="connsiteY2" fmla="*/ 75418 h 75417"/>
                  <a:gd name="connsiteX3" fmla="*/ 0 w 493208"/>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93208" h="75417">
                    <a:moveTo>
                      <a:pt x="0" y="0"/>
                    </a:moveTo>
                    <a:lnTo>
                      <a:pt x="493209" y="0"/>
                    </a:lnTo>
                    <a:lnTo>
                      <a:pt x="493209" y="75418"/>
                    </a:lnTo>
                    <a:lnTo>
                      <a:pt x="0" y="75418"/>
                    </a:lnTo>
                    <a:close/>
                  </a:path>
                </a:pathLst>
              </a:custGeom>
            </p:spPr>
          </p:pic>
        </p:grpSp>
        <p:grpSp>
          <p:nvGrpSpPr>
            <p:cNvPr id="181" name="Grafik 7">
              <a:extLst>
                <a:ext uri="{FF2B5EF4-FFF2-40B4-BE49-F238E27FC236}">
                  <a16:creationId xmlns:a16="http://schemas.microsoft.com/office/drawing/2014/main" id="{0C087DFF-AF6B-8D70-9DF1-F0E5618184D8}"/>
                </a:ext>
              </a:extLst>
            </p:cNvPr>
            <p:cNvGrpSpPr/>
            <p:nvPr/>
          </p:nvGrpSpPr>
          <p:grpSpPr>
            <a:xfrm>
              <a:off x="6353090" y="3939882"/>
              <a:ext cx="4112688" cy="452506"/>
              <a:chOff x="6353090" y="3939882"/>
              <a:chExt cx="4112688" cy="452506"/>
            </a:xfrm>
          </p:grpSpPr>
          <p:grpSp>
            <p:nvGrpSpPr>
              <p:cNvPr id="182" name="Grafik 7">
                <a:extLst>
                  <a:ext uri="{FF2B5EF4-FFF2-40B4-BE49-F238E27FC236}">
                    <a16:creationId xmlns:a16="http://schemas.microsoft.com/office/drawing/2014/main" id="{2CA309D8-A2A5-0617-43AF-3A2A6198BC2C}"/>
                  </a:ext>
                </a:extLst>
              </p:cNvPr>
              <p:cNvGrpSpPr/>
              <p:nvPr/>
            </p:nvGrpSpPr>
            <p:grpSpPr>
              <a:xfrm>
                <a:off x="6353090" y="3944671"/>
                <a:ext cx="4112688" cy="447718"/>
                <a:chOff x="6353090" y="3944671"/>
                <a:chExt cx="4112688" cy="447718"/>
              </a:xfrm>
            </p:grpSpPr>
            <p:sp>
              <p:nvSpPr>
                <p:cNvPr id="183" name="Freihandform: Form 182">
                  <a:extLst>
                    <a:ext uri="{FF2B5EF4-FFF2-40B4-BE49-F238E27FC236}">
                      <a16:creationId xmlns:a16="http://schemas.microsoft.com/office/drawing/2014/main" id="{7C501595-80F1-08D2-EB02-0C39CFBB4026}"/>
                    </a:ext>
                  </a:extLst>
                </p:cNvPr>
                <p:cNvSpPr/>
                <p:nvPr/>
              </p:nvSpPr>
              <p:spPr>
                <a:xfrm>
                  <a:off x="6353090" y="3961430"/>
                  <a:ext cx="4087549" cy="430958"/>
                </a:xfrm>
                <a:custGeom>
                  <a:avLst/>
                  <a:gdLst>
                    <a:gd name="connsiteX0" fmla="*/ 1 w 4087549"/>
                    <a:gd name="connsiteY0" fmla="*/ 430959 h 430958"/>
                    <a:gd name="connsiteX1" fmla="*/ 1 w 4087549"/>
                    <a:gd name="connsiteY1" fmla="*/ 1 h 430958"/>
                    <a:gd name="connsiteX2" fmla="*/ 4087550 w 4087549"/>
                    <a:gd name="connsiteY2" fmla="*/ 1 h 430958"/>
                  </a:gdLst>
                  <a:ahLst/>
                  <a:cxnLst>
                    <a:cxn ang="0">
                      <a:pos x="connsiteX0" y="connsiteY0"/>
                    </a:cxn>
                    <a:cxn ang="0">
                      <a:pos x="connsiteX1" y="connsiteY1"/>
                    </a:cxn>
                    <a:cxn ang="0">
                      <a:pos x="connsiteX2" y="connsiteY2"/>
                    </a:cxn>
                  </a:cxnLst>
                  <a:rect l="l" t="t" r="r" b="b"/>
                  <a:pathLst>
                    <a:path w="4087549" h="430958">
                      <a:moveTo>
                        <a:pt x="1" y="430959"/>
                      </a:moveTo>
                      <a:lnTo>
                        <a:pt x="1" y="1"/>
                      </a:lnTo>
                      <a:lnTo>
                        <a:pt x="4087550" y="1"/>
                      </a:lnTo>
                    </a:path>
                  </a:pathLst>
                </a:custGeom>
                <a:noFill/>
                <a:ln w="4785" cap="flat">
                  <a:solidFill>
                    <a:srgbClr val="000000"/>
                  </a:solidFill>
                  <a:custDash>
                    <a:ds d="75000" sp="300000"/>
                  </a:custDash>
                  <a:miter/>
                </a:ln>
              </p:spPr>
              <p:txBody>
                <a:bodyPr rtlCol="0" anchor="ctr"/>
                <a:lstStyle/>
                <a:p>
                  <a:endParaRPr lang="de-DE"/>
                </a:p>
              </p:txBody>
            </p:sp>
            <p:sp>
              <p:nvSpPr>
                <p:cNvPr id="184" name="Freihandform: Form 183">
                  <a:extLst>
                    <a:ext uri="{FF2B5EF4-FFF2-40B4-BE49-F238E27FC236}">
                      <a16:creationId xmlns:a16="http://schemas.microsoft.com/office/drawing/2014/main" id="{928EC033-0085-0916-E0D5-1B481F7DF969}"/>
                    </a:ext>
                  </a:extLst>
                </p:cNvPr>
                <p:cNvSpPr/>
                <p:nvPr/>
              </p:nvSpPr>
              <p:spPr>
                <a:xfrm>
                  <a:off x="10432259" y="3944671"/>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85" name="Grafik 184">
                <a:extLst>
                  <a:ext uri="{FF2B5EF4-FFF2-40B4-BE49-F238E27FC236}">
                    <a16:creationId xmlns:a16="http://schemas.microsoft.com/office/drawing/2014/main" id="{CA30601F-BAE0-F3B9-8528-AD8453393C78}"/>
                  </a:ext>
                </a:extLst>
              </p:cNvPr>
              <p:cNvPicPr>
                <a:picLocks noChangeAspect="1"/>
              </p:cNvPicPr>
              <p:nvPr/>
            </p:nvPicPr>
            <p:blipFill>
              <a:blip r:embed="rId4"/>
              <a:stretch>
                <a:fillRect/>
              </a:stretch>
            </p:blipFill>
            <p:spPr>
              <a:xfrm>
                <a:off x="9206995" y="3939882"/>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186" name="Grafik 7">
              <a:extLst>
                <a:ext uri="{FF2B5EF4-FFF2-40B4-BE49-F238E27FC236}">
                  <a16:creationId xmlns:a16="http://schemas.microsoft.com/office/drawing/2014/main" id="{D4B96ED0-1AC1-CB36-E4C3-D6E9799B363D}"/>
                </a:ext>
              </a:extLst>
            </p:cNvPr>
            <p:cNvGrpSpPr/>
            <p:nvPr/>
          </p:nvGrpSpPr>
          <p:grpSpPr>
            <a:xfrm>
              <a:off x="6077755" y="4685058"/>
              <a:ext cx="268152" cy="228695"/>
              <a:chOff x="6077755" y="4685058"/>
              <a:chExt cx="268152" cy="228695"/>
            </a:xfrm>
          </p:grpSpPr>
          <p:grpSp>
            <p:nvGrpSpPr>
              <p:cNvPr id="187" name="Grafik 7">
                <a:extLst>
                  <a:ext uri="{FF2B5EF4-FFF2-40B4-BE49-F238E27FC236}">
                    <a16:creationId xmlns:a16="http://schemas.microsoft.com/office/drawing/2014/main" id="{C5AFB4FA-E8A1-CBF2-7184-0C2CE12E986B}"/>
                  </a:ext>
                </a:extLst>
              </p:cNvPr>
              <p:cNvGrpSpPr/>
              <p:nvPr/>
            </p:nvGrpSpPr>
            <p:grpSpPr>
              <a:xfrm>
                <a:off x="6192677" y="4685058"/>
                <a:ext cx="33519" cy="228695"/>
                <a:chOff x="6192677" y="4685058"/>
                <a:chExt cx="33519" cy="228695"/>
              </a:xfrm>
            </p:grpSpPr>
            <p:sp>
              <p:nvSpPr>
                <p:cNvPr id="188" name="Freihandform: Form 187">
                  <a:extLst>
                    <a:ext uri="{FF2B5EF4-FFF2-40B4-BE49-F238E27FC236}">
                      <a16:creationId xmlns:a16="http://schemas.microsoft.com/office/drawing/2014/main" id="{96523DBB-77B5-7306-30DF-8D90F1BF7F67}"/>
                    </a:ext>
                  </a:extLst>
                </p:cNvPr>
                <p:cNvSpPr/>
                <p:nvPr/>
              </p:nvSpPr>
              <p:spPr>
                <a:xfrm>
                  <a:off x="6209437" y="4710197"/>
                  <a:ext cx="4788" cy="178417"/>
                </a:xfrm>
                <a:custGeom>
                  <a:avLst/>
                  <a:gdLst>
                    <a:gd name="connsiteX0" fmla="*/ 1 w 4788"/>
                    <a:gd name="connsiteY0" fmla="*/ 1 h 178417"/>
                    <a:gd name="connsiteX1" fmla="*/ 1 w 4788"/>
                    <a:gd name="connsiteY1" fmla="*/ 178418 h 178417"/>
                  </a:gdLst>
                  <a:ahLst/>
                  <a:cxnLst>
                    <a:cxn ang="0">
                      <a:pos x="connsiteX0" y="connsiteY0"/>
                    </a:cxn>
                    <a:cxn ang="0">
                      <a:pos x="connsiteX1" y="connsiteY1"/>
                    </a:cxn>
                  </a:cxnLst>
                  <a:rect l="l" t="t" r="r" b="b"/>
                  <a:pathLst>
                    <a:path w="4788" h="178417">
                      <a:moveTo>
                        <a:pt x="1" y="1"/>
                      </a:moveTo>
                      <a:lnTo>
                        <a:pt x="1" y="178418"/>
                      </a:lnTo>
                    </a:path>
                  </a:pathLst>
                </a:custGeom>
                <a:noFill/>
                <a:ln w="4785" cap="flat">
                  <a:solidFill>
                    <a:srgbClr val="000000"/>
                  </a:solid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851E7256-DF99-9385-60D1-B55AF343BBD3}"/>
                    </a:ext>
                  </a:extLst>
                </p:cNvPr>
                <p:cNvSpPr/>
                <p:nvPr/>
              </p:nvSpPr>
              <p:spPr>
                <a:xfrm>
                  <a:off x="6192677" y="4685058"/>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A4A572AA-51FB-BA4C-6461-C3E49850AD39}"/>
                    </a:ext>
                  </a:extLst>
                </p:cNvPr>
                <p:cNvSpPr/>
                <p:nvPr/>
              </p:nvSpPr>
              <p:spPr>
                <a:xfrm>
                  <a:off x="6192677" y="4880234"/>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91" name="Grafik 190">
                <a:extLst>
                  <a:ext uri="{FF2B5EF4-FFF2-40B4-BE49-F238E27FC236}">
                    <a16:creationId xmlns:a16="http://schemas.microsoft.com/office/drawing/2014/main" id="{B9D62E50-8F1E-5244-43C7-088A88EB196B}"/>
                  </a:ext>
                </a:extLst>
              </p:cNvPr>
              <p:cNvPicPr>
                <a:picLocks noChangeAspect="1"/>
              </p:cNvPicPr>
              <p:nvPr/>
            </p:nvPicPr>
            <p:blipFill>
              <a:blip r:embed="rId5"/>
              <a:stretch>
                <a:fillRect/>
              </a:stretch>
            </p:blipFill>
            <p:spPr>
              <a:xfrm>
                <a:off x="6077755" y="4751521"/>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192" name="Grafik 7">
              <a:extLst>
                <a:ext uri="{FF2B5EF4-FFF2-40B4-BE49-F238E27FC236}">
                  <a16:creationId xmlns:a16="http://schemas.microsoft.com/office/drawing/2014/main" id="{EB6A6BD0-9A34-E305-E70D-C3F8AE925330}"/>
                </a:ext>
              </a:extLst>
            </p:cNvPr>
            <p:cNvGrpSpPr/>
            <p:nvPr/>
          </p:nvGrpSpPr>
          <p:grpSpPr>
            <a:xfrm>
              <a:off x="5922131" y="4392389"/>
              <a:ext cx="574611" cy="287305"/>
              <a:chOff x="5922131" y="4392389"/>
              <a:chExt cx="574611" cy="287305"/>
            </a:xfrm>
            <a:solidFill>
              <a:srgbClr val="FFFFFF"/>
            </a:solidFill>
          </p:grpSpPr>
          <p:sp>
            <p:nvSpPr>
              <p:cNvPr id="193" name="Freihandform: Form 192">
                <a:extLst>
                  <a:ext uri="{FF2B5EF4-FFF2-40B4-BE49-F238E27FC236}">
                    <a16:creationId xmlns:a16="http://schemas.microsoft.com/office/drawing/2014/main" id="{4280BC31-DA51-248D-1F65-A852E20C152A}"/>
                  </a:ext>
                </a:extLst>
              </p:cNvPr>
              <p:cNvSpPr/>
              <p:nvPr/>
            </p:nvSpPr>
            <p:spPr>
              <a:xfrm>
                <a:off x="5922131" y="4392389"/>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94" name="Grafik 193">
                <a:extLst>
                  <a:ext uri="{FF2B5EF4-FFF2-40B4-BE49-F238E27FC236}">
                    <a16:creationId xmlns:a16="http://schemas.microsoft.com/office/drawing/2014/main" id="{86664187-0A0B-5070-E46F-00B8376E85D8}"/>
                  </a:ext>
                </a:extLst>
              </p:cNvPr>
              <p:cNvPicPr>
                <a:picLocks noChangeAspect="1"/>
              </p:cNvPicPr>
              <p:nvPr/>
            </p:nvPicPr>
            <p:blipFill>
              <a:blip r:embed="rId20"/>
              <a:stretch>
                <a:fillRect/>
              </a:stretch>
            </p:blipFill>
            <p:spPr>
              <a:xfrm>
                <a:off x="5924525" y="4502523"/>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195" name="Grafik 7">
              <a:extLst>
                <a:ext uri="{FF2B5EF4-FFF2-40B4-BE49-F238E27FC236}">
                  <a16:creationId xmlns:a16="http://schemas.microsoft.com/office/drawing/2014/main" id="{3F826D29-F897-1873-5A5A-A99CDBEC9D0D}"/>
                </a:ext>
              </a:extLst>
            </p:cNvPr>
            <p:cNvGrpSpPr/>
            <p:nvPr/>
          </p:nvGrpSpPr>
          <p:grpSpPr>
            <a:xfrm>
              <a:off x="6192677" y="3642999"/>
              <a:ext cx="1094156" cy="744026"/>
              <a:chOff x="6192677" y="3642999"/>
              <a:chExt cx="1094156" cy="744026"/>
            </a:xfrm>
          </p:grpSpPr>
          <p:grpSp>
            <p:nvGrpSpPr>
              <p:cNvPr id="196" name="Grafik 7">
                <a:extLst>
                  <a:ext uri="{FF2B5EF4-FFF2-40B4-BE49-F238E27FC236}">
                    <a16:creationId xmlns:a16="http://schemas.microsoft.com/office/drawing/2014/main" id="{EC505536-8E3C-B38A-C064-CDF881EF733F}"/>
                  </a:ext>
                </a:extLst>
              </p:cNvPr>
              <p:cNvGrpSpPr/>
              <p:nvPr/>
            </p:nvGrpSpPr>
            <p:grpSpPr>
              <a:xfrm>
                <a:off x="6192677" y="3674124"/>
                <a:ext cx="1094156" cy="712901"/>
                <a:chOff x="6192677" y="3674124"/>
                <a:chExt cx="1094156" cy="712901"/>
              </a:xfrm>
            </p:grpSpPr>
            <p:sp>
              <p:nvSpPr>
                <p:cNvPr id="197" name="Freihandform: Form 196">
                  <a:extLst>
                    <a:ext uri="{FF2B5EF4-FFF2-40B4-BE49-F238E27FC236}">
                      <a16:creationId xmlns:a16="http://schemas.microsoft.com/office/drawing/2014/main" id="{9B01E180-CCE0-F03E-0D2D-FF95A6E7E674}"/>
                    </a:ext>
                  </a:extLst>
                </p:cNvPr>
                <p:cNvSpPr/>
                <p:nvPr/>
              </p:nvSpPr>
              <p:spPr>
                <a:xfrm>
                  <a:off x="6209437" y="3674124"/>
                  <a:ext cx="1077397" cy="687762"/>
                </a:xfrm>
                <a:custGeom>
                  <a:avLst/>
                  <a:gdLst>
                    <a:gd name="connsiteX0" fmla="*/ 1077398 w 1077397"/>
                    <a:gd name="connsiteY0" fmla="*/ 1 h 687762"/>
                    <a:gd name="connsiteX1" fmla="*/ 1 w 1077397"/>
                    <a:gd name="connsiteY1" fmla="*/ 1 h 687762"/>
                    <a:gd name="connsiteX2" fmla="*/ 1 w 1077397"/>
                    <a:gd name="connsiteY2" fmla="*/ 687763 h 687762"/>
                  </a:gdLst>
                  <a:ahLst/>
                  <a:cxnLst>
                    <a:cxn ang="0">
                      <a:pos x="connsiteX0" y="connsiteY0"/>
                    </a:cxn>
                    <a:cxn ang="0">
                      <a:pos x="connsiteX1" y="connsiteY1"/>
                    </a:cxn>
                    <a:cxn ang="0">
                      <a:pos x="connsiteX2" y="connsiteY2"/>
                    </a:cxn>
                  </a:cxnLst>
                  <a:rect l="l" t="t" r="r" b="b"/>
                  <a:pathLst>
                    <a:path w="1077397" h="687762">
                      <a:moveTo>
                        <a:pt x="1077398" y="1"/>
                      </a:moveTo>
                      <a:lnTo>
                        <a:pt x="1" y="1"/>
                      </a:lnTo>
                      <a:lnTo>
                        <a:pt x="1" y="687763"/>
                      </a:lnTo>
                    </a:path>
                  </a:pathLst>
                </a:custGeom>
                <a:noFill/>
                <a:ln w="4785" cap="flat">
                  <a:solidFill>
                    <a:srgbClr val="000000"/>
                  </a:solidFill>
                  <a:custDash>
                    <a:ds d="600000" sp="300000"/>
                    <a:ds d="75000" sp="300000"/>
                  </a:custDash>
                  <a:miter/>
                </a:ln>
              </p:spPr>
              <p:txBody>
                <a:bodyPr rtlCol="0" anchor="ctr"/>
                <a:lstStyle/>
                <a:p>
                  <a:endParaRPr lang="de-DE"/>
                </a:p>
              </p:txBody>
            </p:sp>
            <p:sp>
              <p:nvSpPr>
                <p:cNvPr id="198" name="Freihandform: Form 197">
                  <a:extLst>
                    <a:ext uri="{FF2B5EF4-FFF2-40B4-BE49-F238E27FC236}">
                      <a16:creationId xmlns:a16="http://schemas.microsoft.com/office/drawing/2014/main" id="{CC069C58-011A-4053-1A8D-5B8C6ED18EDD}"/>
                    </a:ext>
                  </a:extLst>
                </p:cNvPr>
                <p:cNvSpPr/>
                <p:nvPr/>
              </p:nvSpPr>
              <p:spPr>
                <a:xfrm>
                  <a:off x="6192677" y="4353507"/>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199" name="Grafik 198">
                <a:extLst>
                  <a:ext uri="{FF2B5EF4-FFF2-40B4-BE49-F238E27FC236}">
                    <a16:creationId xmlns:a16="http://schemas.microsoft.com/office/drawing/2014/main" id="{D1D9FCD2-A85B-8C0C-40AB-61DCAF27A2F2}"/>
                  </a:ext>
                </a:extLst>
              </p:cNvPr>
              <p:cNvPicPr>
                <a:picLocks noChangeAspect="1"/>
              </p:cNvPicPr>
              <p:nvPr/>
            </p:nvPicPr>
            <p:blipFill>
              <a:blip r:embed="rId2"/>
              <a:stretch>
                <a:fillRect/>
              </a:stretch>
            </p:blipFill>
            <p:spPr>
              <a:xfrm>
                <a:off x="6554204" y="3642999"/>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200" name="Grafik 7">
              <a:extLst>
                <a:ext uri="{FF2B5EF4-FFF2-40B4-BE49-F238E27FC236}">
                  <a16:creationId xmlns:a16="http://schemas.microsoft.com/office/drawing/2014/main" id="{D9443586-9679-6DF0-1749-96801108C279}"/>
                </a:ext>
              </a:extLst>
            </p:cNvPr>
            <p:cNvGrpSpPr/>
            <p:nvPr/>
          </p:nvGrpSpPr>
          <p:grpSpPr>
            <a:xfrm>
              <a:off x="4413775" y="4220005"/>
              <a:ext cx="311248" cy="143652"/>
              <a:chOff x="4413775" y="4220005"/>
              <a:chExt cx="311248" cy="143652"/>
            </a:xfrm>
            <a:noFill/>
          </p:grpSpPr>
          <p:sp>
            <p:nvSpPr>
              <p:cNvPr id="201" name="Freihandform: Form 200">
                <a:extLst>
                  <a:ext uri="{FF2B5EF4-FFF2-40B4-BE49-F238E27FC236}">
                    <a16:creationId xmlns:a16="http://schemas.microsoft.com/office/drawing/2014/main" id="{E7F00EC4-4FBF-2C6F-9917-81C604BADE2E}"/>
                  </a:ext>
                </a:extLst>
              </p:cNvPr>
              <p:cNvSpPr/>
              <p:nvPr/>
            </p:nvSpPr>
            <p:spPr>
              <a:xfrm>
                <a:off x="4413775" y="4220005"/>
                <a:ext cx="311248" cy="143652"/>
              </a:xfrm>
              <a:custGeom>
                <a:avLst/>
                <a:gdLst>
                  <a:gd name="connsiteX0" fmla="*/ 1 w 311248"/>
                  <a:gd name="connsiteY0" fmla="*/ 1 h 143652"/>
                  <a:gd name="connsiteX1" fmla="*/ 311249 w 311248"/>
                  <a:gd name="connsiteY1" fmla="*/ 1 h 143652"/>
                  <a:gd name="connsiteX2" fmla="*/ 311249 w 311248"/>
                  <a:gd name="connsiteY2" fmla="*/ 143653 h 143652"/>
                  <a:gd name="connsiteX3" fmla="*/ 1 w 311248"/>
                  <a:gd name="connsiteY3" fmla="*/ 143653 h 143652"/>
                </a:gdLst>
                <a:ahLst/>
                <a:cxnLst>
                  <a:cxn ang="0">
                    <a:pos x="connsiteX0" y="connsiteY0"/>
                  </a:cxn>
                  <a:cxn ang="0">
                    <a:pos x="connsiteX1" y="connsiteY1"/>
                  </a:cxn>
                  <a:cxn ang="0">
                    <a:pos x="connsiteX2" y="connsiteY2"/>
                  </a:cxn>
                  <a:cxn ang="0">
                    <a:pos x="connsiteX3" y="connsiteY3"/>
                  </a:cxn>
                </a:cxnLst>
                <a:rect l="l" t="t" r="r" b="b"/>
                <a:pathLst>
                  <a:path w="311248" h="143652">
                    <a:moveTo>
                      <a:pt x="1" y="1"/>
                    </a:moveTo>
                    <a:lnTo>
                      <a:pt x="311249" y="1"/>
                    </a:lnTo>
                    <a:lnTo>
                      <a:pt x="311249" y="143653"/>
                    </a:lnTo>
                    <a:lnTo>
                      <a:pt x="1" y="143653"/>
                    </a:lnTo>
                    <a:close/>
                  </a:path>
                </a:pathLst>
              </a:custGeom>
              <a:noFill/>
              <a:ln w="4785" cap="flat">
                <a:noFill/>
                <a:prstDash val="solid"/>
                <a:miter/>
              </a:ln>
            </p:spPr>
            <p:txBody>
              <a:bodyPr rtlCol="0" anchor="ctr"/>
              <a:lstStyle/>
              <a:p>
                <a:endParaRPr lang="de-DE"/>
              </a:p>
            </p:txBody>
          </p:sp>
          <p:pic>
            <p:nvPicPr>
              <p:cNvPr id="202" name="Grafik 201">
                <a:extLst>
                  <a:ext uri="{FF2B5EF4-FFF2-40B4-BE49-F238E27FC236}">
                    <a16:creationId xmlns:a16="http://schemas.microsoft.com/office/drawing/2014/main" id="{5390397D-32A7-6054-EB3C-931E4E0DE54B}"/>
                  </a:ext>
                </a:extLst>
              </p:cNvPr>
              <p:cNvPicPr>
                <a:picLocks noChangeAspect="1"/>
              </p:cNvPicPr>
              <p:nvPr/>
            </p:nvPicPr>
            <p:blipFill>
              <a:blip r:embed="rId21"/>
              <a:stretch>
                <a:fillRect/>
              </a:stretch>
            </p:blipFill>
            <p:spPr>
              <a:xfrm>
                <a:off x="4416169" y="4258313"/>
                <a:ext cx="301671" cy="81403"/>
              </a:xfrm>
              <a:custGeom>
                <a:avLst/>
                <a:gdLst>
                  <a:gd name="connsiteX0" fmla="*/ 0 w 301671"/>
                  <a:gd name="connsiteY0" fmla="*/ 0 h 81403"/>
                  <a:gd name="connsiteX1" fmla="*/ 301671 w 301671"/>
                  <a:gd name="connsiteY1" fmla="*/ 0 h 81403"/>
                  <a:gd name="connsiteX2" fmla="*/ 301671 w 301671"/>
                  <a:gd name="connsiteY2" fmla="*/ 81403 h 81403"/>
                  <a:gd name="connsiteX3" fmla="*/ 0 w 301671"/>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01671" h="81403">
                    <a:moveTo>
                      <a:pt x="0" y="0"/>
                    </a:moveTo>
                    <a:lnTo>
                      <a:pt x="301671" y="0"/>
                    </a:lnTo>
                    <a:lnTo>
                      <a:pt x="301671" y="81403"/>
                    </a:lnTo>
                    <a:lnTo>
                      <a:pt x="0" y="81403"/>
                    </a:lnTo>
                    <a:close/>
                  </a:path>
                </a:pathLst>
              </a:custGeom>
            </p:spPr>
          </p:pic>
        </p:grpSp>
        <p:grpSp>
          <p:nvGrpSpPr>
            <p:cNvPr id="203" name="Grafik 7">
              <a:extLst>
                <a:ext uri="{FF2B5EF4-FFF2-40B4-BE49-F238E27FC236}">
                  <a16:creationId xmlns:a16="http://schemas.microsoft.com/office/drawing/2014/main" id="{6FDEB704-21D1-BD6E-4DE6-BCC27CC9859F}"/>
                </a:ext>
              </a:extLst>
            </p:cNvPr>
            <p:cNvGrpSpPr/>
            <p:nvPr/>
          </p:nvGrpSpPr>
          <p:grpSpPr>
            <a:xfrm>
              <a:off x="9513455" y="5397960"/>
              <a:ext cx="574611" cy="287305"/>
              <a:chOff x="9513455" y="5397960"/>
              <a:chExt cx="574611" cy="287305"/>
            </a:xfrm>
            <a:solidFill>
              <a:srgbClr val="FFFFFF"/>
            </a:solidFill>
          </p:grpSpPr>
          <p:sp>
            <p:nvSpPr>
              <p:cNvPr id="204" name="Freihandform: Form 203">
                <a:extLst>
                  <a:ext uri="{FF2B5EF4-FFF2-40B4-BE49-F238E27FC236}">
                    <a16:creationId xmlns:a16="http://schemas.microsoft.com/office/drawing/2014/main" id="{80767611-0F53-92D3-7267-A97233F05076}"/>
                  </a:ext>
                </a:extLst>
              </p:cNvPr>
              <p:cNvSpPr/>
              <p:nvPr/>
            </p:nvSpPr>
            <p:spPr>
              <a:xfrm>
                <a:off x="9513455" y="5397960"/>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05" name="Grafik 204">
                <a:extLst>
                  <a:ext uri="{FF2B5EF4-FFF2-40B4-BE49-F238E27FC236}">
                    <a16:creationId xmlns:a16="http://schemas.microsoft.com/office/drawing/2014/main" id="{FD8B3624-CAA2-B6D5-3E89-C9F5AF62609A}"/>
                  </a:ext>
                </a:extLst>
              </p:cNvPr>
              <p:cNvPicPr>
                <a:picLocks noChangeAspect="1"/>
              </p:cNvPicPr>
              <p:nvPr/>
            </p:nvPicPr>
            <p:blipFill>
              <a:blip r:embed="rId22"/>
              <a:stretch>
                <a:fillRect/>
              </a:stretch>
            </p:blipFill>
            <p:spPr>
              <a:xfrm>
                <a:off x="9515849" y="5508094"/>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06" name="Grafik 7">
              <a:extLst>
                <a:ext uri="{FF2B5EF4-FFF2-40B4-BE49-F238E27FC236}">
                  <a16:creationId xmlns:a16="http://schemas.microsoft.com/office/drawing/2014/main" id="{62437DE7-A9CC-2C3B-715F-8E103EC63C08}"/>
                </a:ext>
              </a:extLst>
            </p:cNvPr>
            <p:cNvGrpSpPr/>
            <p:nvPr/>
          </p:nvGrpSpPr>
          <p:grpSpPr>
            <a:xfrm>
              <a:off x="4581370" y="4943059"/>
              <a:ext cx="287305" cy="383074"/>
              <a:chOff x="4581370" y="4943059"/>
              <a:chExt cx="287305" cy="383074"/>
            </a:xfrm>
          </p:grpSpPr>
          <p:grpSp>
            <p:nvGrpSpPr>
              <p:cNvPr id="207" name="Grafik 7">
                <a:extLst>
                  <a:ext uri="{FF2B5EF4-FFF2-40B4-BE49-F238E27FC236}">
                    <a16:creationId xmlns:a16="http://schemas.microsoft.com/office/drawing/2014/main" id="{1468D467-0683-5551-E570-19ECDF54563B}"/>
                  </a:ext>
                </a:extLst>
              </p:cNvPr>
              <p:cNvGrpSpPr/>
              <p:nvPr/>
            </p:nvGrpSpPr>
            <p:grpSpPr>
              <a:xfrm>
                <a:off x="4581370" y="4943059"/>
                <a:ext cx="287305" cy="383074"/>
                <a:chOff x="4581370" y="4943059"/>
                <a:chExt cx="287305" cy="383074"/>
              </a:xfrm>
            </p:grpSpPr>
            <p:sp>
              <p:nvSpPr>
                <p:cNvPr id="208" name="Freihandform: Form 207">
                  <a:extLst>
                    <a:ext uri="{FF2B5EF4-FFF2-40B4-BE49-F238E27FC236}">
                      <a16:creationId xmlns:a16="http://schemas.microsoft.com/office/drawing/2014/main" id="{4DA426AD-735F-C0DB-F1FD-3A5C15C1F9FC}"/>
                    </a:ext>
                  </a:extLst>
                </p:cNvPr>
                <p:cNvSpPr/>
                <p:nvPr/>
              </p:nvSpPr>
              <p:spPr>
                <a:xfrm>
                  <a:off x="4581370" y="4943059"/>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09" name="Freihandform: Form 208">
                  <a:extLst>
                    <a:ext uri="{FF2B5EF4-FFF2-40B4-BE49-F238E27FC236}">
                      <a16:creationId xmlns:a16="http://schemas.microsoft.com/office/drawing/2014/main" id="{5267AC0E-13FB-8231-94A9-08ECD91BA464}"/>
                    </a:ext>
                  </a:extLst>
                </p:cNvPr>
                <p:cNvSpPr/>
                <p:nvPr/>
              </p:nvSpPr>
              <p:spPr>
                <a:xfrm>
                  <a:off x="4581370" y="501488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10" name="Grafik 209">
                <a:extLst>
                  <a:ext uri="{FF2B5EF4-FFF2-40B4-BE49-F238E27FC236}">
                    <a16:creationId xmlns:a16="http://schemas.microsoft.com/office/drawing/2014/main" id="{A438DCEB-5CE5-6BF0-FB9C-104C9AF9CAB4}"/>
                  </a:ext>
                </a:extLst>
              </p:cNvPr>
              <p:cNvPicPr>
                <a:picLocks noChangeAspect="1"/>
              </p:cNvPicPr>
              <p:nvPr/>
            </p:nvPicPr>
            <p:blipFill>
              <a:blip r:embed="rId23"/>
              <a:stretch>
                <a:fillRect/>
              </a:stretch>
            </p:blipFill>
            <p:spPr>
              <a:xfrm>
                <a:off x="4583764" y="5093894"/>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211" name="Grafik 7">
              <a:extLst>
                <a:ext uri="{FF2B5EF4-FFF2-40B4-BE49-F238E27FC236}">
                  <a16:creationId xmlns:a16="http://schemas.microsoft.com/office/drawing/2014/main" id="{7770B508-FCD7-579A-15E9-59B231A08733}"/>
                </a:ext>
              </a:extLst>
            </p:cNvPr>
            <p:cNvGrpSpPr/>
            <p:nvPr/>
          </p:nvGrpSpPr>
          <p:grpSpPr>
            <a:xfrm>
              <a:off x="6065784" y="4919116"/>
              <a:ext cx="287305" cy="383074"/>
              <a:chOff x="6065784" y="4919116"/>
              <a:chExt cx="287305" cy="383074"/>
            </a:xfrm>
          </p:grpSpPr>
          <p:grpSp>
            <p:nvGrpSpPr>
              <p:cNvPr id="212" name="Grafik 7">
                <a:extLst>
                  <a:ext uri="{FF2B5EF4-FFF2-40B4-BE49-F238E27FC236}">
                    <a16:creationId xmlns:a16="http://schemas.microsoft.com/office/drawing/2014/main" id="{E8DAF035-F1C5-9AD8-A980-DD85031CBB09}"/>
                  </a:ext>
                </a:extLst>
              </p:cNvPr>
              <p:cNvGrpSpPr/>
              <p:nvPr/>
            </p:nvGrpSpPr>
            <p:grpSpPr>
              <a:xfrm>
                <a:off x="6065784" y="4919116"/>
                <a:ext cx="287305" cy="383074"/>
                <a:chOff x="6065784" y="4919116"/>
                <a:chExt cx="287305" cy="383074"/>
              </a:xfrm>
            </p:grpSpPr>
            <p:sp>
              <p:nvSpPr>
                <p:cNvPr id="213" name="Freihandform: Form 212">
                  <a:extLst>
                    <a:ext uri="{FF2B5EF4-FFF2-40B4-BE49-F238E27FC236}">
                      <a16:creationId xmlns:a16="http://schemas.microsoft.com/office/drawing/2014/main" id="{4707A82C-0EAB-7CE0-F11B-FD135E5C69F7}"/>
                    </a:ext>
                  </a:extLst>
                </p:cNvPr>
                <p:cNvSpPr/>
                <p:nvPr/>
              </p:nvSpPr>
              <p:spPr>
                <a:xfrm>
                  <a:off x="6065784" y="4919116"/>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14" name="Freihandform: Form 213">
                  <a:extLst>
                    <a:ext uri="{FF2B5EF4-FFF2-40B4-BE49-F238E27FC236}">
                      <a16:creationId xmlns:a16="http://schemas.microsoft.com/office/drawing/2014/main" id="{2FB8258E-5BD1-9F29-E28C-FFBFF967A859}"/>
                    </a:ext>
                  </a:extLst>
                </p:cNvPr>
                <p:cNvSpPr/>
                <p:nvPr/>
              </p:nvSpPr>
              <p:spPr>
                <a:xfrm>
                  <a:off x="6065784" y="4990943"/>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15" name="Grafik 214">
                <a:extLst>
                  <a:ext uri="{FF2B5EF4-FFF2-40B4-BE49-F238E27FC236}">
                    <a16:creationId xmlns:a16="http://schemas.microsoft.com/office/drawing/2014/main" id="{8D9BC1D6-44BF-99A4-E3E6-534EA05D3796}"/>
                  </a:ext>
                </a:extLst>
              </p:cNvPr>
              <p:cNvPicPr>
                <a:picLocks noChangeAspect="1"/>
              </p:cNvPicPr>
              <p:nvPr/>
            </p:nvPicPr>
            <p:blipFill>
              <a:blip r:embed="rId24"/>
              <a:stretch>
                <a:fillRect/>
              </a:stretch>
            </p:blipFill>
            <p:spPr>
              <a:xfrm>
                <a:off x="6068178" y="5139384"/>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216" name="Grafik 7">
              <a:extLst>
                <a:ext uri="{FF2B5EF4-FFF2-40B4-BE49-F238E27FC236}">
                  <a16:creationId xmlns:a16="http://schemas.microsoft.com/office/drawing/2014/main" id="{04D8E851-1B75-FF43-158F-53A3C4F59177}"/>
                </a:ext>
              </a:extLst>
            </p:cNvPr>
            <p:cNvGrpSpPr/>
            <p:nvPr/>
          </p:nvGrpSpPr>
          <p:grpSpPr>
            <a:xfrm>
              <a:off x="7215008" y="4871232"/>
              <a:ext cx="287305" cy="383074"/>
              <a:chOff x="7215008" y="4871232"/>
              <a:chExt cx="287305" cy="383074"/>
            </a:xfrm>
          </p:grpSpPr>
          <p:grpSp>
            <p:nvGrpSpPr>
              <p:cNvPr id="217" name="Grafik 7">
                <a:extLst>
                  <a:ext uri="{FF2B5EF4-FFF2-40B4-BE49-F238E27FC236}">
                    <a16:creationId xmlns:a16="http://schemas.microsoft.com/office/drawing/2014/main" id="{37273D39-2B40-41B8-1F47-AE546E77EC4F}"/>
                  </a:ext>
                </a:extLst>
              </p:cNvPr>
              <p:cNvGrpSpPr/>
              <p:nvPr/>
            </p:nvGrpSpPr>
            <p:grpSpPr>
              <a:xfrm>
                <a:off x="7215008" y="4871232"/>
                <a:ext cx="287305" cy="383074"/>
                <a:chOff x="7215008" y="4871232"/>
                <a:chExt cx="287305" cy="383074"/>
              </a:xfrm>
            </p:grpSpPr>
            <p:sp>
              <p:nvSpPr>
                <p:cNvPr id="218" name="Freihandform: Form 217">
                  <a:extLst>
                    <a:ext uri="{FF2B5EF4-FFF2-40B4-BE49-F238E27FC236}">
                      <a16:creationId xmlns:a16="http://schemas.microsoft.com/office/drawing/2014/main" id="{DA9E3541-A39A-2D59-A785-0D57A71420AA}"/>
                    </a:ext>
                  </a:extLst>
                </p:cNvPr>
                <p:cNvSpPr/>
                <p:nvPr/>
              </p:nvSpPr>
              <p:spPr>
                <a:xfrm>
                  <a:off x="7215008" y="4871232"/>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19" name="Freihandform: Form 218">
                  <a:extLst>
                    <a:ext uri="{FF2B5EF4-FFF2-40B4-BE49-F238E27FC236}">
                      <a16:creationId xmlns:a16="http://schemas.microsoft.com/office/drawing/2014/main" id="{4D2ECCDD-C2AA-D3D0-9410-811DE9F716BF}"/>
                    </a:ext>
                  </a:extLst>
                </p:cNvPr>
                <p:cNvSpPr/>
                <p:nvPr/>
              </p:nvSpPr>
              <p:spPr>
                <a:xfrm>
                  <a:off x="7215008" y="4943059"/>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20" name="Grafik 219">
                <a:extLst>
                  <a:ext uri="{FF2B5EF4-FFF2-40B4-BE49-F238E27FC236}">
                    <a16:creationId xmlns:a16="http://schemas.microsoft.com/office/drawing/2014/main" id="{60A4BE40-DDE9-45B9-B6E5-306B3EC8E8EC}"/>
                  </a:ext>
                </a:extLst>
              </p:cNvPr>
              <p:cNvPicPr>
                <a:picLocks noChangeAspect="1"/>
              </p:cNvPicPr>
              <p:nvPr/>
            </p:nvPicPr>
            <p:blipFill>
              <a:blip r:embed="rId25"/>
              <a:stretch>
                <a:fillRect/>
              </a:stretch>
            </p:blipFill>
            <p:spPr>
              <a:xfrm>
                <a:off x="7217402" y="5091500"/>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221" name="Grafik 7">
              <a:extLst>
                <a:ext uri="{FF2B5EF4-FFF2-40B4-BE49-F238E27FC236}">
                  <a16:creationId xmlns:a16="http://schemas.microsoft.com/office/drawing/2014/main" id="{9D1B91D7-2BF6-49AB-F81F-ED9A95A198C5}"/>
                </a:ext>
              </a:extLst>
            </p:cNvPr>
            <p:cNvGrpSpPr/>
            <p:nvPr/>
          </p:nvGrpSpPr>
          <p:grpSpPr>
            <a:xfrm>
              <a:off x="8938843" y="4943059"/>
              <a:ext cx="287305" cy="383074"/>
              <a:chOff x="8938843" y="4943059"/>
              <a:chExt cx="287305" cy="383074"/>
            </a:xfrm>
          </p:grpSpPr>
          <p:grpSp>
            <p:nvGrpSpPr>
              <p:cNvPr id="222" name="Grafik 7">
                <a:extLst>
                  <a:ext uri="{FF2B5EF4-FFF2-40B4-BE49-F238E27FC236}">
                    <a16:creationId xmlns:a16="http://schemas.microsoft.com/office/drawing/2014/main" id="{44B492C5-AC92-E940-D2A1-B754F5EED0A2}"/>
                  </a:ext>
                </a:extLst>
              </p:cNvPr>
              <p:cNvGrpSpPr/>
              <p:nvPr/>
            </p:nvGrpSpPr>
            <p:grpSpPr>
              <a:xfrm>
                <a:off x="8938843" y="4943059"/>
                <a:ext cx="287305" cy="383074"/>
                <a:chOff x="8938843" y="4943059"/>
                <a:chExt cx="287305" cy="383074"/>
              </a:xfrm>
            </p:grpSpPr>
            <p:sp>
              <p:nvSpPr>
                <p:cNvPr id="223" name="Freihandform: Form 222">
                  <a:extLst>
                    <a:ext uri="{FF2B5EF4-FFF2-40B4-BE49-F238E27FC236}">
                      <a16:creationId xmlns:a16="http://schemas.microsoft.com/office/drawing/2014/main" id="{24C9BBE2-30CD-828F-3046-39C315E211E1}"/>
                    </a:ext>
                  </a:extLst>
                </p:cNvPr>
                <p:cNvSpPr/>
                <p:nvPr/>
              </p:nvSpPr>
              <p:spPr>
                <a:xfrm>
                  <a:off x="8938843" y="4943059"/>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24" name="Freihandform: Form 223">
                  <a:extLst>
                    <a:ext uri="{FF2B5EF4-FFF2-40B4-BE49-F238E27FC236}">
                      <a16:creationId xmlns:a16="http://schemas.microsoft.com/office/drawing/2014/main" id="{A5A5FB59-9BCA-0B36-56EE-2494A1F77221}"/>
                    </a:ext>
                  </a:extLst>
                </p:cNvPr>
                <p:cNvSpPr/>
                <p:nvPr/>
              </p:nvSpPr>
              <p:spPr>
                <a:xfrm>
                  <a:off x="8938843" y="501488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25" name="Grafik 224">
                <a:extLst>
                  <a:ext uri="{FF2B5EF4-FFF2-40B4-BE49-F238E27FC236}">
                    <a16:creationId xmlns:a16="http://schemas.microsoft.com/office/drawing/2014/main" id="{143CF9F1-A0B4-5D95-6D46-BA5AB6EFBC4A}"/>
                  </a:ext>
                </a:extLst>
              </p:cNvPr>
              <p:cNvPicPr>
                <a:picLocks noChangeAspect="1"/>
              </p:cNvPicPr>
              <p:nvPr/>
            </p:nvPicPr>
            <p:blipFill>
              <a:blip r:embed="rId26"/>
              <a:stretch>
                <a:fillRect/>
              </a:stretch>
            </p:blipFill>
            <p:spPr>
              <a:xfrm>
                <a:off x="8941237" y="5127413"/>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226" name="Grafik 7">
              <a:extLst>
                <a:ext uri="{FF2B5EF4-FFF2-40B4-BE49-F238E27FC236}">
                  <a16:creationId xmlns:a16="http://schemas.microsoft.com/office/drawing/2014/main" id="{BC357498-618A-6413-5290-71BDA385A69A}"/>
                </a:ext>
              </a:extLst>
            </p:cNvPr>
            <p:cNvGrpSpPr/>
            <p:nvPr/>
          </p:nvGrpSpPr>
          <p:grpSpPr>
            <a:xfrm>
              <a:off x="7645966" y="4871232"/>
              <a:ext cx="287305" cy="383074"/>
              <a:chOff x="7645966" y="4871232"/>
              <a:chExt cx="287305" cy="383074"/>
            </a:xfrm>
          </p:grpSpPr>
          <p:grpSp>
            <p:nvGrpSpPr>
              <p:cNvPr id="227" name="Grafik 7">
                <a:extLst>
                  <a:ext uri="{FF2B5EF4-FFF2-40B4-BE49-F238E27FC236}">
                    <a16:creationId xmlns:a16="http://schemas.microsoft.com/office/drawing/2014/main" id="{A9BEE041-A407-C4A5-E2B2-C16A54F6EA2E}"/>
                  </a:ext>
                </a:extLst>
              </p:cNvPr>
              <p:cNvGrpSpPr/>
              <p:nvPr/>
            </p:nvGrpSpPr>
            <p:grpSpPr>
              <a:xfrm>
                <a:off x="7645966" y="4871232"/>
                <a:ext cx="287305" cy="383074"/>
                <a:chOff x="7645966" y="4871232"/>
                <a:chExt cx="287305" cy="383074"/>
              </a:xfrm>
            </p:grpSpPr>
            <p:sp>
              <p:nvSpPr>
                <p:cNvPr id="228" name="Freihandform: Form 227">
                  <a:extLst>
                    <a:ext uri="{FF2B5EF4-FFF2-40B4-BE49-F238E27FC236}">
                      <a16:creationId xmlns:a16="http://schemas.microsoft.com/office/drawing/2014/main" id="{2306EB40-4D35-2506-6751-017F6761645D}"/>
                    </a:ext>
                  </a:extLst>
                </p:cNvPr>
                <p:cNvSpPr/>
                <p:nvPr/>
              </p:nvSpPr>
              <p:spPr>
                <a:xfrm>
                  <a:off x="7645966" y="4871232"/>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29" name="Freihandform: Form 228">
                  <a:extLst>
                    <a:ext uri="{FF2B5EF4-FFF2-40B4-BE49-F238E27FC236}">
                      <a16:creationId xmlns:a16="http://schemas.microsoft.com/office/drawing/2014/main" id="{30D4AAC6-A525-7510-BD14-CA87C936E7A4}"/>
                    </a:ext>
                  </a:extLst>
                </p:cNvPr>
                <p:cNvSpPr/>
                <p:nvPr/>
              </p:nvSpPr>
              <p:spPr>
                <a:xfrm>
                  <a:off x="7645966" y="4943059"/>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30" name="Grafik 229">
                <a:extLst>
                  <a:ext uri="{FF2B5EF4-FFF2-40B4-BE49-F238E27FC236}">
                    <a16:creationId xmlns:a16="http://schemas.microsoft.com/office/drawing/2014/main" id="{D0CE1AA2-7A0B-822E-9E40-FF3A9C8A804D}"/>
                  </a:ext>
                </a:extLst>
              </p:cNvPr>
              <p:cNvPicPr>
                <a:picLocks noChangeAspect="1"/>
              </p:cNvPicPr>
              <p:nvPr/>
            </p:nvPicPr>
            <p:blipFill>
              <a:blip r:embed="rId27"/>
              <a:stretch>
                <a:fillRect/>
              </a:stretch>
            </p:blipFill>
            <p:spPr>
              <a:xfrm>
                <a:off x="7648361" y="5055587"/>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231" name="Grafik 7">
              <a:extLst>
                <a:ext uri="{FF2B5EF4-FFF2-40B4-BE49-F238E27FC236}">
                  <a16:creationId xmlns:a16="http://schemas.microsoft.com/office/drawing/2014/main" id="{3067BA8C-EF56-4489-2CD3-430678DA9467}"/>
                </a:ext>
              </a:extLst>
            </p:cNvPr>
            <p:cNvGrpSpPr/>
            <p:nvPr/>
          </p:nvGrpSpPr>
          <p:grpSpPr>
            <a:xfrm>
              <a:off x="10614794" y="4440273"/>
              <a:ext cx="287305" cy="383074"/>
              <a:chOff x="10614794" y="4440273"/>
              <a:chExt cx="287305" cy="383074"/>
            </a:xfrm>
          </p:grpSpPr>
          <p:grpSp>
            <p:nvGrpSpPr>
              <p:cNvPr id="232" name="Grafik 7">
                <a:extLst>
                  <a:ext uri="{FF2B5EF4-FFF2-40B4-BE49-F238E27FC236}">
                    <a16:creationId xmlns:a16="http://schemas.microsoft.com/office/drawing/2014/main" id="{5635E062-67DD-72D3-1FCF-98FD8AEC7D3C}"/>
                  </a:ext>
                </a:extLst>
              </p:cNvPr>
              <p:cNvGrpSpPr/>
              <p:nvPr/>
            </p:nvGrpSpPr>
            <p:grpSpPr>
              <a:xfrm>
                <a:off x="10614794" y="4440273"/>
                <a:ext cx="287305" cy="383074"/>
                <a:chOff x="10614794" y="4440273"/>
                <a:chExt cx="287305" cy="383074"/>
              </a:xfrm>
            </p:grpSpPr>
            <p:sp>
              <p:nvSpPr>
                <p:cNvPr id="233" name="Freihandform: Form 232">
                  <a:extLst>
                    <a:ext uri="{FF2B5EF4-FFF2-40B4-BE49-F238E27FC236}">
                      <a16:creationId xmlns:a16="http://schemas.microsoft.com/office/drawing/2014/main" id="{856D5D7A-B8BA-794B-2C5A-D3F7BC8F81C5}"/>
                    </a:ext>
                  </a:extLst>
                </p:cNvPr>
                <p:cNvSpPr/>
                <p:nvPr/>
              </p:nvSpPr>
              <p:spPr>
                <a:xfrm>
                  <a:off x="10614794" y="4440273"/>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234" name="Freihandform: Form 233">
                  <a:extLst>
                    <a:ext uri="{FF2B5EF4-FFF2-40B4-BE49-F238E27FC236}">
                      <a16:creationId xmlns:a16="http://schemas.microsoft.com/office/drawing/2014/main" id="{CA7532F7-5994-DC50-A113-75674251D317}"/>
                    </a:ext>
                  </a:extLst>
                </p:cNvPr>
                <p:cNvSpPr/>
                <p:nvPr/>
              </p:nvSpPr>
              <p:spPr>
                <a:xfrm>
                  <a:off x="10614794" y="4512100"/>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235" name="Grafik 234">
                <a:extLst>
                  <a:ext uri="{FF2B5EF4-FFF2-40B4-BE49-F238E27FC236}">
                    <a16:creationId xmlns:a16="http://schemas.microsoft.com/office/drawing/2014/main" id="{E0137E63-C865-3473-F20C-17503268E8C3}"/>
                  </a:ext>
                </a:extLst>
              </p:cNvPr>
              <p:cNvPicPr>
                <a:picLocks noChangeAspect="1"/>
              </p:cNvPicPr>
              <p:nvPr/>
            </p:nvPicPr>
            <p:blipFill>
              <a:blip r:embed="rId28"/>
              <a:stretch>
                <a:fillRect/>
              </a:stretch>
            </p:blipFill>
            <p:spPr>
              <a:xfrm>
                <a:off x="10617188" y="4660541"/>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spTree>
    <p:extLst>
      <p:ext uri="{BB962C8B-B14F-4D97-AF65-F5344CB8AC3E}">
        <p14:creationId xmlns:p14="http://schemas.microsoft.com/office/powerpoint/2010/main" val="3239204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normAutofit/>
          </a:bodyPr>
          <a:lstStyle/>
          <a:p>
            <a:r>
              <a:rPr lang="de-DE"/>
              <a:t>Softwarearchitektur</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40"/>
            <a:ext cx="4412851" cy="3621318"/>
          </a:xfrm>
        </p:spPr>
        <p:txBody>
          <a:bodyPr vert="horz" lIns="91440" tIns="45720" rIns="91440" bIns="45720" rtlCol="0" anchor="t">
            <a:noAutofit/>
          </a:bodyPr>
          <a:lstStyle/>
          <a:p>
            <a:r>
              <a:rPr lang="de-DE" sz="2400"/>
              <a:t>AWS native Services</a:t>
            </a:r>
          </a:p>
          <a:p>
            <a:r>
              <a:rPr lang="de-DE" sz="2400" err="1"/>
              <a:t>Serverless</a:t>
            </a:r>
            <a:r>
              <a:rPr lang="de-DE" sz="2400"/>
              <a:t>, um Kosten zu sparen</a:t>
            </a:r>
          </a:p>
          <a:p>
            <a:r>
              <a:rPr lang="de-DE" sz="2400" err="1"/>
              <a:t>Deployments</a:t>
            </a:r>
            <a:r>
              <a:rPr lang="de-DE" sz="2400"/>
              <a:t> ohne Downtime</a:t>
            </a:r>
          </a:p>
          <a:p>
            <a:r>
              <a:rPr lang="de-DE" sz="2400"/>
              <a:t>High Availability Architektur</a:t>
            </a:r>
          </a:p>
          <a:p>
            <a:pPr marL="0" indent="0">
              <a:buNone/>
            </a:pPr>
            <a:endParaRPr lang="de-DE" sz="2400"/>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8</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Infrastruktur</a:t>
            </a:r>
            <a:endParaRPr lang="en-US" sz="2800" i="1"/>
          </a:p>
        </p:txBody>
      </p:sp>
      <p:pic>
        <p:nvPicPr>
          <p:cNvPr id="9" name="Grafik 8">
            <a:extLst>
              <a:ext uri="{FF2B5EF4-FFF2-40B4-BE49-F238E27FC236}">
                <a16:creationId xmlns:a16="http://schemas.microsoft.com/office/drawing/2014/main" id="{EC295A6B-0F18-DBB7-F7B8-B1A384C00B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8773" y="1198133"/>
            <a:ext cx="5240688" cy="5516223"/>
          </a:xfrm>
          <a:prstGeom prst="rect">
            <a:avLst/>
          </a:prstGeom>
        </p:spPr>
      </p:pic>
    </p:spTree>
    <p:extLst>
      <p:ext uri="{BB962C8B-B14F-4D97-AF65-F5344CB8AC3E}">
        <p14:creationId xmlns:p14="http://schemas.microsoft.com/office/powerpoint/2010/main" val="8579275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7C312D-5BE5-1B95-7104-DFB5A4078E86}"/>
              </a:ext>
            </a:extLst>
          </p:cNvPr>
          <p:cNvSpPr>
            <a:spLocks noGrp="1"/>
          </p:cNvSpPr>
          <p:nvPr>
            <p:ph type="dt" sz="half" idx="10"/>
          </p:nvPr>
        </p:nvSpPr>
        <p:spPr/>
        <p:txBody>
          <a:bodyPr/>
          <a:lstStyle/>
          <a:p>
            <a:fld id="{DF7F6C35-5BAD-44A9-82FD-9E66126F4BC6}" type="datetime1">
              <a:rPr lang="en-DE"/>
              <a:t>07/16/2026</a:t>
            </a:fld>
            <a:endParaRPr lang="en-US"/>
          </a:p>
        </p:txBody>
      </p:sp>
      <p:sp>
        <p:nvSpPr>
          <p:cNvPr id="5" name="Footer Placeholder 4">
            <a:extLst>
              <a:ext uri="{FF2B5EF4-FFF2-40B4-BE49-F238E27FC236}">
                <a16:creationId xmlns:a16="http://schemas.microsoft.com/office/drawing/2014/main" id="{2A83DA14-4965-EB72-8E32-8CC547D5842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F97F1A8-198A-90FF-298A-0C0D17EC4AD5}"/>
              </a:ext>
            </a:extLst>
          </p:cNvPr>
          <p:cNvSpPr>
            <a:spLocks noGrp="1"/>
          </p:cNvSpPr>
          <p:nvPr>
            <p:ph type="sldNum" sz="quarter" idx="12"/>
          </p:nvPr>
        </p:nvSpPr>
        <p:spPr/>
        <p:txBody>
          <a:bodyPr/>
          <a:lstStyle/>
          <a:p>
            <a:fld id="{8DFDE724-0293-4953-AE9D-4D814FA589B0}" type="slidenum">
              <a:rPr lang="en-US" dirty="0"/>
              <a:t>9</a:t>
            </a:fld>
            <a:endParaRPr lang="en-US"/>
          </a:p>
        </p:txBody>
      </p:sp>
      <p:sp>
        <p:nvSpPr>
          <p:cNvPr id="117" name="Title 1">
            <a:extLst>
              <a:ext uri="{FF2B5EF4-FFF2-40B4-BE49-F238E27FC236}">
                <a16:creationId xmlns:a16="http://schemas.microsoft.com/office/drawing/2014/main" id="{50A12746-4BF8-F903-149A-523794018100}"/>
              </a:ext>
            </a:extLst>
          </p:cNvPr>
          <p:cNvSpPr>
            <a:spLocks noGrp="1"/>
          </p:cNvSpPr>
          <p:nvPr>
            <p:ph type="title"/>
          </p:nvPr>
        </p:nvSpPr>
        <p:spPr>
          <a:xfrm>
            <a:off x="808661" y="365125"/>
            <a:ext cx="10357666" cy="1438450"/>
          </a:xfrm>
        </p:spPr>
        <p:txBody>
          <a:bodyPr>
            <a:normAutofit/>
          </a:bodyPr>
          <a:lstStyle/>
          <a:p>
            <a:r>
              <a:rPr lang="de-DE"/>
              <a:t>Softwarearchitektur</a:t>
            </a:r>
          </a:p>
        </p:txBody>
      </p:sp>
      <p:sp>
        <p:nvSpPr>
          <p:cNvPr id="119" name="Content Placeholder 2">
            <a:extLst>
              <a:ext uri="{FF2B5EF4-FFF2-40B4-BE49-F238E27FC236}">
                <a16:creationId xmlns:a16="http://schemas.microsoft.com/office/drawing/2014/main" id="{CC5C7097-F4E2-37BE-30D1-265FB3FBA641}"/>
              </a:ext>
            </a:extLst>
          </p:cNvPr>
          <p:cNvSpPr>
            <a:spLocks noGrp="1"/>
          </p:cNvSpPr>
          <p:nvPr>
            <p:ph idx="1"/>
          </p:nvPr>
        </p:nvSpPr>
        <p:spPr>
          <a:xfrm>
            <a:off x="808662" y="2621639"/>
            <a:ext cx="5120424" cy="2474689"/>
          </a:xfrm>
        </p:spPr>
        <p:txBody>
          <a:bodyPr vert="horz" lIns="91440" tIns="45720" rIns="91440" bIns="45720" rtlCol="0" anchor="t">
            <a:noAutofit/>
          </a:bodyPr>
          <a:lstStyle/>
          <a:p>
            <a:r>
              <a:rPr lang="de-DE" sz="2400" dirty="0"/>
              <a:t>Database-Per-Service Pattern, sorgt für lose Kopplung</a:t>
            </a:r>
          </a:p>
          <a:p>
            <a:r>
              <a:rPr lang="de-DE" sz="2400" dirty="0"/>
              <a:t>Single Table </a:t>
            </a:r>
            <a:r>
              <a:rPr lang="de-DE" sz="2400" dirty="0" err="1"/>
              <a:t>Desing</a:t>
            </a:r>
            <a:r>
              <a:rPr lang="de-DE" sz="2400" dirty="0"/>
              <a:t> in </a:t>
            </a:r>
            <a:r>
              <a:rPr lang="de-DE" sz="2400" dirty="0" err="1"/>
              <a:t>DynamoDB</a:t>
            </a:r>
            <a:r>
              <a:rPr lang="de-DE" sz="2400" dirty="0"/>
              <a:t> sorgt für </a:t>
            </a:r>
            <a:br>
              <a:rPr lang="de-DE" sz="2400" dirty="0"/>
            </a:br>
            <a:r>
              <a:rPr lang="de-DE" sz="2400" dirty="0"/>
              <a:t>hohe Performance</a:t>
            </a:r>
          </a:p>
        </p:txBody>
      </p:sp>
      <p:sp>
        <p:nvSpPr>
          <p:cNvPr id="121" name="TextBox 120">
            <a:extLst>
              <a:ext uri="{FF2B5EF4-FFF2-40B4-BE49-F238E27FC236}">
                <a16:creationId xmlns:a16="http://schemas.microsoft.com/office/drawing/2014/main" id="{A42C894F-A77D-8FE0-039E-FF453BB582BF}"/>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Komponente</a:t>
            </a:r>
            <a:r>
              <a:rPr lang="en-US" sz="2800" i="1"/>
              <a:t>: </a:t>
            </a:r>
            <a:r>
              <a:rPr lang="en-US" sz="2800" i="1" err="1"/>
              <a:t>Datenbank</a:t>
            </a:r>
            <a:r>
              <a:rPr lang="en-US" sz="2800" i="1"/>
              <a:t> </a:t>
            </a:r>
          </a:p>
        </p:txBody>
      </p:sp>
      <p:grpSp>
        <p:nvGrpSpPr>
          <p:cNvPr id="337" name="Gruppieren 336">
            <a:extLst>
              <a:ext uri="{FF2B5EF4-FFF2-40B4-BE49-F238E27FC236}">
                <a16:creationId xmlns:a16="http://schemas.microsoft.com/office/drawing/2014/main" id="{181F97C4-6B3C-608C-BB61-7AB6D354AB6C}"/>
              </a:ext>
            </a:extLst>
          </p:cNvPr>
          <p:cNvGrpSpPr/>
          <p:nvPr/>
        </p:nvGrpSpPr>
        <p:grpSpPr>
          <a:xfrm>
            <a:off x="4375687" y="3782133"/>
            <a:ext cx="7295321" cy="1720595"/>
            <a:chOff x="4945224" y="4846024"/>
            <a:chExt cx="5075737" cy="1197108"/>
          </a:xfrm>
        </p:grpSpPr>
        <p:sp>
          <p:nvSpPr>
            <p:cNvPr id="8" name="Freihandform: Form 7">
              <a:extLst>
                <a:ext uri="{FF2B5EF4-FFF2-40B4-BE49-F238E27FC236}">
                  <a16:creationId xmlns:a16="http://schemas.microsoft.com/office/drawing/2014/main" id="{F29317F5-276D-BE0B-6386-157B5C4E53A8}"/>
                </a:ext>
              </a:extLst>
            </p:cNvPr>
            <p:cNvSpPr/>
            <p:nvPr/>
          </p:nvSpPr>
          <p:spPr>
            <a:xfrm>
              <a:off x="4945224" y="4846024"/>
              <a:ext cx="5075737" cy="1197108"/>
            </a:xfrm>
            <a:custGeom>
              <a:avLst/>
              <a:gdLst>
                <a:gd name="connsiteX0" fmla="*/ 1 w 5075737"/>
                <a:gd name="connsiteY0" fmla="*/ 1 h 1197108"/>
                <a:gd name="connsiteX1" fmla="*/ 5075739 w 5075737"/>
                <a:gd name="connsiteY1" fmla="*/ 1 h 1197108"/>
                <a:gd name="connsiteX2" fmla="*/ 5075739 w 5075737"/>
                <a:gd name="connsiteY2" fmla="*/ 1197109 h 1197108"/>
                <a:gd name="connsiteX3" fmla="*/ 1 w 5075737"/>
                <a:gd name="connsiteY3" fmla="*/ 1197109 h 1197108"/>
              </a:gdLst>
              <a:ahLst/>
              <a:cxnLst>
                <a:cxn ang="0">
                  <a:pos x="connsiteX0" y="connsiteY0"/>
                </a:cxn>
                <a:cxn ang="0">
                  <a:pos x="connsiteX1" y="connsiteY1"/>
                </a:cxn>
                <a:cxn ang="0">
                  <a:pos x="connsiteX2" y="connsiteY2"/>
                </a:cxn>
                <a:cxn ang="0">
                  <a:pos x="connsiteX3" y="connsiteY3"/>
                </a:cxn>
              </a:cxnLst>
              <a:rect l="l" t="t" r="r" b="b"/>
              <a:pathLst>
                <a:path w="5075737" h="1197108">
                  <a:moveTo>
                    <a:pt x="1" y="1"/>
                  </a:moveTo>
                  <a:lnTo>
                    <a:pt x="5075739" y="1"/>
                  </a:lnTo>
                  <a:lnTo>
                    <a:pt x="5075739" y="1197109"/>
                  </a:lnTo>
                  <a:lnTo>
                    <a:pt x="1" y="1197109"/>
                  </a:lnTo>
                  <a:close/>
                </a:path>
              </a:pathLst>
            </a:custGeom>
            <a:solidFill>
              <a:srgbClr val="F5F5F5"/>
            </a:solidFill>
            <a:ln w="4785" cap="flat">
              <a:solidFill>
                <a:srgbClr val="666666"/>
              </a:solidFill>
              <a:prstDash val="solid"/>
              <a:miter/>
            </a:ln>
          </p:spPr>
          <p:txBody>
            <a:bodyPr rtlCol="0" anchor="ctr"/>
            <a:lstStyle/>
            <a:p>
              <a:endParaRPr lang="de-DE"/>
            </a:p>
          </p:txBody>
        </p:sp>
        <p:grpSp>
          <p:nvGrpSpPr>
            <p:cNvPr id="25" name="Grafik 1">
              <a:extLst>
                <a:ext uri="{FF2B5EF4-FFF2-40B4-BE49-F238E27FC236}">
                  <a16:creationId xmlns:a16="http://schemas.microsoft.com/office/drawing/2014/main" id="{CE923843-B9AF-243B-21C1-74D6460927CA}"/>
                </a:ext>
              </a:extLst>
            </p:cNvPr>
            <p:cNvGrpSpPr/>
            <p:nvPr/>
          </p:nvGrpSpPr>
          <p:grpSpPr>
            <a:xfrm>
              <a:off x="8416837" y="5164454"/>
              <a:ext cx="784728" cy="89783"/>
              <a:chOff x="8416837" y="5164454"/>
              <a:chExt cx="784728" cy="89783"/>
            </a:xfrm>
          </p:grpSpPr>
          <p:grpSp>
            <p:nvGrpSpPr>
              <p:cNvPr id="26" name="Grafik 1">
                <a:extLst>
                  <a:ext uri="{FF2B5EF4-FFF2-40B4-BE49-F238E27FC236}">
                    <a16:creationId xmlns:a16="http://schemas.microsoft.com/office/drawing/2014/main" id="{120E2C97-8814-4119-D071-5F594808B75A}"/>
                  </a:ext>
                </a:extLst>
              </p:cNvPr>
              <p:cNvGrpSpPr/>
              <p:nvPr/>
            </p:nvGrpSpPr>
            <p:grpSpPr>
              <a:xfrm>
                <a:off x="8416837" y="5164454"/>
                <a:ext cx="784728" cy="33519"/>
                <a:chOff x="8416837" y="5164454"/>
                <a:chExt cx="784728" cy="33519"/>
              </a:xfrm>
            </p:grpSpPr>
            <p:sp>
              <p:nvSpPr>
                <p:cNvPr id="27" name="Freihandform: Form 26">
                  <a:extLst>
                    <a:ext uri="{FF2B5EF4-FFF2-40B4-BE49-F238E27FC236}">
                      <a16:creationId xmlns:a16="http://schemas.microsoft.com/office/drawing/2014/main" id="{8ECCCEEF-0EA7-4F72-2D78-6696288B18D6}"/>
                    </a:ext>
                  </a:extLst>
                </p:cNvPr>
                <p:cNvSpPr/>
                <p:nvPr/>
              </p:nvSpPr>
              <p:spPr>
                <a:xfrm>
                  <a:off x="8416837"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28" name="Freihandform: Form 27">
                  <a:extLst>
                    <a:ext uri="{FF2B5EF4-FFF2-40B4-BE49-F238E27FC236}">
                      <a16:creationId xmlns:a16="http://schemas.microsoft.com/office/drawing/2014/main" id="{7CF22BB2-9B3D-5BCC-8386-FAFC3A02126B}"/>
                    </a:ext>
                  </a:extLst>
                </p:cNvPr>
                <p:cNvSpPr/>
                <p:nvPr/>
              </p:nvSpPr>
              <p:spPr>
                <a:xfrm>
                  <a:off x="9168046"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9" name="Grafik 28">
                <a:extLst>
                  <a:ext uri="{FF2B5EF4-FFF2-40B4-BE49-F238E27FC236}">
                    <a16:creationId xmlns:a16="http://schemas.microsoft.com/office/drawing/2014/main" id="{7CD91703-4FCA-1DD3-446A-C5256B565D74}"/>
                  </a:ext>
                </a:extLst>
              </p:cNvPr>
              <p:cNvPicPr>
                <a:picLocks noChangeAspect="1"/>
              </p:cNvPicPr>
              <p:nvPr/>
            </p:nvPicPr>
            <p:blipFill>
              <a:blip r:embed="rId3"/>
              <a:stretch>
                <a:fillRect/>
              </a:stretch>
            </p:blipFill>
            <p:spPr>
              <a:xfrm>
                <a:off x="8814277" y="5178820"/>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30" name="Grafik 1">
              <a:extLst>
                <a:ext uri="{FF2B5EF4-FFF2-40B4-BE49-F238E27FC236}">
                  <a16:creationId xmlns:a16="http://schemas.microsoft.com/office/drawing/2014/main" id="{D9CC0575-7A80-3069-000C-B0935B3A57BE}"/>
                </a:ext>
              </a:extLst>
            </p:cNvPr>
            <p:cNvGrpSpPr/>
            <p:nvPr/>
          </p:nvGrpSpPr>
          <p:grpSpPr>
            <a:xfrm>
              <a:off x="7777581" y="5330230"/>
              <a:ext cx="268152" cy="180811"/>
              <a:chOff x="7777581" y="5330230"/>
              <a:chExt cx="268152" cy="180811"/>
            </a:xfrm>
          </p:grpSpPr>
          <p:grpSp>
            <p:nvGrpSpPr>
              <p:cNvPr id="31" name="Grafik 1">
                <a:extLst>
                  <a:ext uri="{FF2B5EF4-FFF2-40B4-BE49-F238E27FC236}">
                    <a16:creationId xmlns:a16="http://schemas.microsoft.com/office/drawing/2014/main" id="{B6FFC5A4-6A51-57F8-D672-3ABDD257B46C}"/>
                  </a:ext>
                </a:extLst>
              </p:cNvPr>
              <p:cNvGrpSpPr/>
              <p:nvPr/>
            </p:nvGrpSpPr>
            <p:grpSpPr>
              <a:xfrm>
                <a:off x="7897292" y="5330230"/>
                <a:ext cx="33519" cy="180811"/>
                <a:chOff x="7897292" y="5330230"/>
                <a:chExt cx="33519" cy="180811"/>
              </a:xfrm>
            </p:grpSpPr>
            <p:sp>
              <p:nvSpPr>
                <p:cNvPr id="32" name="Freihandform: Form 31">
                  <a:extLst>
                    <a:ext uri="{FF2B5EF4-FFF2-40B4-BE49-F238E27FC236}">
                      <a16:creationId xmlns:a16="http://schemas.microsoft.com/office/drawing/2014/main" id="{4DA251B1-0BB9-CB1B-D870-0593E90A0E83}"/>
                    </a:ext>
                  </a:extLst>
                </p:cNvPr>
                <p:cNvSpPr/>
                <p:nvPr/>
              </p:nvSpPr>
              <p:spPr>
                <a:xfrm>
                  <a:off x="7914051" y="5355369"/>
                  <a:ext cx="4788" cy="130532"/>
                </a:xfrm>
                <a:custGeom>
                  <a:avLst/>
                  <a:gdLst>
                    <a:gd name="connsiteX0" fmla="*/ 1 w 4788"/>
                    <a:gd name="connsiteY0" fmla="*/ 1 h 130532"/>
                    <a:gd name="connsiteX1" fmla="*/ 1 w 4788"/>
                    <a:gd name="connsiteY1" fmla="*/ 17383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17383"/>
                      </a:lnTo>
                      <a:lnTo>
                        <a:pt x="1" y="130533"/>
                      </a:lnTo>
                    </a:path>
                  </a:pathLst>
                </a:custGeom>
                <a:noFill/>
                <a:ln w="4785" cap="flat">
                  <a:solidFill>
                    <a:srgbClr val="000000"/>
                  </a:solidFill>
                  <a:prstDash val="solid"/>
                  <a:miter/>
                </a:ln>
              </p:spPr>
              <p:txBody>
                <a:bodyPr rtlCol="0" anchor="ctr"/>
                <a:lstStyle/>
                <a:p>
                  <a:endParaRPr lang="de-DE"/>
                </a:p>
              </p:txBody>
            </p:sp>
            <p:sp>
              <p:nvSpPr>
                <p:cNvPr id="33" name="Freihandform: Form 32">
                  <a:extLst>
                    <a:ext uri="{FF2B5EF4-FFF2-40B4-BE49-F238E27FC236}">
                      <a16:creationId xmlns:a16="http://schemas.microsoft.com/office/drawing/2014/main" id="{986EE82D-29D2-7E1E-4B7F-ED338983F1D3}"/>
                    </a:ext>
                  </a:extLst>
                </p:cNvPr>
                <p:cNvSpPr/>
                <p:nvPr/>
              </p:nvSpPr>
              <p:spPr>
                <a:xfrm>
                  <a:off x="7897292"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34" name="Freihandform: Form 33">
                  <a:extLst>
                    <a:ext uri="{FF2B5EF4-FFF2-40B4-BE49-F238E27FC236}">
                      <a16:creationId xmlns:a16="http://schemas.microsoft.com/office/drawing/2014/main" id="{4C4EA67D-2086-CEA5-390B-29E959425798}"/>
                    </a:ext>
                  </a:extLst>
                </p:cNvPr>
                <p:cNvSpPr/>
                <p:nvPr/>
              </p:nvSpPr>
              <p:spPr>
                <a:xfrm>
                  <a:off x="7897292"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35" name="Grafik 34">
                <a:extLst>
                  <a:ext uri="{FF2B5EF4-FFF2-40B4-BE49-F238E27FC236}">
                    <a16:creationId xmlns:a16="http://schemas.microsoft.com/office/drawing/2014/main" id="{2F3E1D2E-4F16-FAB6-84F2-FDBB548D2692}"/>
                  </a:ext>
                </a:extLst>
              </p:cNvPr>
              <p:cNvPicPr>
                <a:picLocks noChangeAspect="1"/>
              </p:cNvPicPr>
              <p:nvPr/>
            </p:nvPicPr>
            <p:blipFill>
              <a:blip r:embed="rId4"/>
              <a:stretch>
                <a:fillRect/>
              </a:stretch>
            </p:blipFill>
            <p:spPr>
              <a:xfrm>
                <a:off x="7777581"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36" name="Grafik 1">
              <a:extLst>
                <a:ext uri="{FF2B5EF4-FFF2-40B4-BE49-F238E27FC236}">
                  <a16:creationId xmlns:a16="http://schemas.microsoft.com/office/drawing/2014/main" id="{84446982-E33A-A144-4F05-4E9512BD5066}"/>
                </a:ext>
              </a:extLst>
            </p:cNvPr>
            <p:cNvGrpSpPr/>
            <p:nvPr/>
          </p:nvGrpSpPr>
          <p:grpSpPr>
            <a:xfrm>
              <a:off x="8213328" y="5330230"/>
              <a:ext cx="268152" cy="180811"/>
              <a:chOff x="8213328" y="5330230"/>
              <a:chExt cx="268152" cy="180811"/>
            </a:xfrm>
          </p:grpSpPr>
          <p:grpSp>
            <p:nvGrpSpPr>
              <p:cNvPr id="37" name="Grafik 1">
                <a:extLst>
                  <a:ext uri="{FF2B5EF4-FFF2-40B4-BE49-F238E27FC236}">
                    <a16:creationId xmlns:a16="http://schemas.microsoft.com/office/drawing/2014/main" id="{78CB1AF3-9B63-8273-1D96-E14623A168D2}"/>
                  </a:ext>
                </a:extLst>
              </p:cNvPr>
              <p:cNvGrpSpPr/>
              <p:nvPr/>
            </p:nvGrpSpPr>
            <p:grpSpPr>
              <a:xfrm>
                <a:off x="8328251" y="5330230"/>
                <a:ext cx="33519" cy="180811"/>
                <a:chOff x="8328251" y="5330230"/>
                <a:chExt cx="33519" cy="180811"/>
              </a:xfrm>
            </p:grpSpPr>
            <p:sp>
              <p:nvSpPr>
                <p:cNvPr id="38" name="Freihandform: Form 37">
                  <a:extLst>
                    <a:ext uri="{FF2B5EF4-FFF2-40B4-BE49-F238E27FC236}">
                      <a16:creationId xmlns:a16="http://schemas.microsoft.com/office/drawing/2014/main" id="{106819FA-9A0B-D48B-7C59-637E8DBC9AC4}"/>
                    </a:ext>
                  </a:extLst>
                </p:cNvPr>
                <p:cNvSpPr/>
                <p:nvPr/>
              </p:nvSpPr>
              <p:spPr>
                <a:xfrm>
                  <a:off x="8345010" y="5355369"/>
                  <a:ext cx="4788" cy="130532"/>
                </a:xfrm>
                <a:custGeom>
                  <a:avLst/>
                  <a:gdLst>
                    <a:gd name="connsiteX0" fmla="*/ 1 w 4788"/>
                    <a:gd name="connsiteY0" fmla="*/ 1 h 130532"/>
                    <a:gd name="connsiteX1" fmla="*/ 1 w 4788"/>
                    <a:gd name="connsiteY1" fmla="*/ 65267 h 130532"/>
                    <a:gd name="connsiteX2" fmla="*/ 1 w 4788"/>
                    <a:gd name="connsiteY2" fmla="*/ 130533 h 130532"/>
                  </a:gdLst>
                  <a:ahLst/>
                  <a:cxnLst>
                    <a:cxn ang="0">
                      <a:pos x="connsiteX0" y="connsiteY0"/>
                    </a:cxn>
                    <a:cxn ang="0">
                      <a:pos x="connsiteX1" y="connsiteY1"/>
                    </a:cxn>
                    <a:cxn ang="0">
                      <a:pos x="connsiteX2" y="connsiteY2"/>
                    </a:cxn>
                  </a:cxnLst>
                  <a:rect l="l" t="t" r="r" b="b"/>
                  <a:pathLst>
                    <a:path w="4788" h="130532">
                      <a:moveTo>
                        <a:pt x="1" y="1"/>
                      </a:moveTo>
                      <a:lnTo>
                        <a:pt x="1" y="65267"/>
                      </a:lnTo>
                      <a:lnTo>
                        <a:pt x="1" y="130533"/>
                      </a:lnTo>
                    </a:path>
                  </a:pathLst>
                </a:custGeom>
                <a:noFill/>
                <a:ln w="4785" cap="flat">
                  <a:solidFill>
                    <a:srgbClr val="000000"/>
                  </a:solid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31DBC131-B8B3-4C0B-8D4C-D69DE4A2B166}"/>
                    </a:ext>
                  </a:extLst>
                </p:cNvPr>
                <p:cNvSpPr/>
                <p:nvPr/>
              </p:nvSpPr>
              <p:spPr>
                <a:xfrm>
                  <a:off x="8328251"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CA3DA70B-5B02-13FA-86CB-8F1825AB904A}"/>
                    </a:ext>
                  </a:extLst>
                </p:cNvPr>
                <p:cNvSpPr/>
                <p:nvPr/>
              </p:nvSpPr>
              <p:spPr>
                <a:xfrm>
                  <a:off x="8328251" y="5477522"/>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41" name="Grafik 40">
                <a:extLst>
                  <a:ext uri="{FF2B5EF4-FFF2-40B4-BE49-F238E27FC236}">
                    <a16:creationId xmlns:a16="http://schemas.microsoft.com/office/drawing/2014/main" id="{A65DC224-0A48-04E4-26AE-CCDEABCFF6FA}"/>
                  </a:ext>
                </a:extLst>
              </p:cNvPr>
              <p:cNvPicPr>
                <a:picLocks noChangeAspect="1"/>
              </p:cNvPicPr>
              <p:nvPr/>
            </p:nvPicPr>
            <p:blipFill>
              <a:blip r:embed="rId4"/>
              <a:stretch>
                <a:fillRect/>
              </a:stretch>
            </p:blipFill>
            <p:spPr>
              <a:xfrm>
                <a:off x="8213328" y="5363174"/>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42" name="Grafik 1">
              <a:extLst>
                <a:ext uri="{FF2B5EF4-FFF2-40B4-BE49-F238E27FC236}">
                  <a16:creationId xmlns:a16="http://schemas.microsoft.com/office/drawing/2014/main" id="{653DAAE6-53AC-F3E9-A43A-2C98F9CDB3F1}"/>
                </a:ext>
              </a:extLst>
            </p:cNvPr>
            <p:cNvGrpSpPr/>
            <p:nvPr/>
          </p:nvGrpSpPr>
          <p:grpSpPr>
            <a:xfrm>
              <a:off x="7842225" y="5037561"/>
              <a:ext cx="574611" cy="287305"/>
              <a:chOff x="7842225" y="5037561"/>
              <a:chExt cx="574611" cy="287305"/>
            </a:xfrm>
            <a:solidFill>
              <a:srgbClr val="FFFFFF"/>
            </a:solidFill>
          </p:grpSpPr>
          <p:sp>
            <p:nvSpPr>
              <p:cNvPr id="43" name="Freihandform: Form 42">
                <a:extLst>
                  <a:ext uri="{FF2B5EF4-FFF2-40B4-BE49-F238E27FC236}">
                    <a16:creationId xmlns:a16="http://schemas.microsoft.com/office/drawing/2014/main" id="{A9A2F766-18FB-531C-B57E-87EEA7843AA2}"/>
                  </a:ext>
                </a:extLst>
              </p:cNvPr>
              <p:cNvSpPr/>
              <p:nvPr/>
            </p:nvSpPr>
            <p:spPr>
              <a:xfrm>
                <a:off x="7842225"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44" name="Grafik 43">
                <a:extLst>
                  <a:ext uri="{FF2B5EF4-FFF2-40B4-BE49-F238E27FC236}">
                    <a16:creationId xmlns:a16="http://schemas.microsoft.com/office/drawing/2014/main" id="{FFD5A79C-867E-6F8E-5A55-2862429FC48D}"/>
                  </a:ext>
                </a:extLst>
              </p:cNvPr>
              <p:cNvPicPr>
                <a:picLocks noChangeAspect="1"/>
              </p:cNvPicPr>
              <p:nvPr/>
            </p:nvPicPr>
            <p:blipFill>
              <a:blip r:embed="rId5"/>
              <a:stretch>
                <a:fillRect/>
              </a:stretch>
            </p:blipFill>
            <p:spPr>
              <a:xfrm>
                <a:off x="7844619"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83" name="Grafik 1">
              <a:extLst>
                <a:ext uri="{FF2B5EF4-FFF2-40B4-BE49-F238E27FC236}">
                  <a16:creationId xmlns:a16="http://schemas.microsoft.com/office/drawing/2014/main" id="{7FEF1C67-9897-D99A-E29D-36C2EFF51AA1}"/>
                </a:ext>
              </a:extLst>
            </p:cNvPr>
            <p:cNvGrpSpPr/>
            <p:nvPr/>
          </p:nvGrpSpPr>
          <p:grpSpPr>
            <a:xfrm>
              <a:off x="5550960" y="5324867"/>
              <a:ext cx="3895389" cy="709885"/>
              <a:chOff x="5550960" y="5324867"/>
              <a:chExt cx="3895389" cy="709885"/>
            </a:xfrm>
          </p:grpSpPr>
          <p:grpSp>
            <p:nvGrpSpPr>
              <p:cNvPr id="84" name="Grafik 1">
                <a:extLst>
                  <a:ext uri="{FF2B5EF4-FFF2-40B4-BE49-F238E27FC236}">
                    <a16:creationId xmlns:a16="http://schemas.microsoft.com/office/drawing/2014/main" id="{4F9919E9-FDAE-4315-324B-7AEE3FEC0116}"/>
                  </a:ext>
                </a:extLst>
              </p:cNvPr>
              <p:cNvGrpSpPr/>
              <p:nvPr/>
            </p:nvGrpSpPr>
            <p:grpSpPr>
              <a:xfrm>
                <a:off x="5550960" y="5324867"/>
                <a:ext cx="3895389" cy="670380"/>
                <a:chOff x="5550960" y="5324867"/>
                <a:chExt cx="3895389" cy="670380"/>
              </a:xfrm>
            </p:grpSpPr>
            <p:sp>
              <p:nvSpPr>
                <p:cNvPr id="85" name="Freihandform: Form 84">
                  <a:extLst>
                    <a:ext uri="{FF2B5EF4-FFF2-40B4-BE49-F238E27FC236}">
                      <a16:creationId xmlns:a16="http://schemas.microsoft.com/office/drawing/2014/main" id="{AE2741EE-40A2-1E22-0694-95A0416D3A66}"/>
                    </a:ext>
                  </a:extLst>
                </p:cNvPr>
                <p:cNvSpPr/>
                <p:nvPr/>
              </p:nvSpPr>
              <p:spPr>
                <a:xfrm>
                  <a:off x="5567720" y="5324867"/>
                  <a:ext cx="3878629" cy="670380"/>
                </a:xfrm>
                <a:custGeom>
                  <a:avLst/>
                  <a:gdLst>
                    <a:gd name="connsiteX0" fmla="*/ 3878630 w 3878629"/>
                    <a:gd name="connsiteY0" fmla="*/ 1 h 670380"/>
                    <a:gd name="connsiteX1" fmla="*/ 3878630 w 3878629"/>
                    <a:gd name="connsiteY1" fmla="*/ 670381 h 670380"/>
                    <a:gd name="connsiteX2" fmla="*/ 1 w 3878629"/>
                    <a:gd name="connsiteY2" fmla="*/ 670381 h 670380"/>
                    <a:gd name="connsiteX3" fmla="*/ 1 w 3878629"/>
                    <a:gd name="connsiteY3" fmla="*/ 30503 h 670380"/>
                  </a:gdLst>
                  <a:ahLst/>
                  <a:cxnLst>
                    <a:cxn ang="0">
                      <a:pos x="connsiteX0" y="connsiteY0"/>
                    </a:cxn>
                    <a:cxn ang="0">
                      <a:pos x="connsiteX1" y="connsiteY1"/>
                    </a:cxn>
                    <a:cxn ang="0">
                      <a:pos x="connsiteX2" y="connsiteY2"/>
                    </a:cxn>
                    <a:cxn ang="0">
                      <a:pos x="connsiteX3" y="connsiteY3"/>
                    </a:cxn>
                  </a:cxnLst>
                  <a:rect l="l" t="t" r="r" b="b"/>
                  <a:pathLst>
                    <a:path w="3878629" h="670380">
                      <a:moveTo>
                        <a:pt x="3878630" y="1"/>
                      </a:moveTo>
                      <a:lnTo>
                        <a:pt x="3878630" y="670381"/>
                      </a:lnTo>
                      <a:lnTo>
                        <a:pt x="1" y="670381"/>
                      </a:lnTo>
                      <a:lnTo>
                        <a:pt x="1" y="30503"/>
                      </a:lnTo>
                    </a:path>
                  </a:pathLst>
                </a:custGeom>
                <a:noFill/>
                <a:ln w="4785" cap="flat">
                  <a:solidFill>
                    <a:srgbClr val="000000"/>
                  </a:solidFill>
                  <a:prstDash val="solid"/>
                  <a:miter/>
                </a:ln>
              </p:spPr>
              <p:txBody>
                <a:bodyPr rtlCol="0" anchor="ctr"/>
                <a:lstStyle/>
                <a:p>
                  <a:endParaRPr lang="de-DE"/>
                </a:p>
              </p:txBody>
            </p:sp>
            <p:sp>
              <p:nvSpPr>
                <p:cNvPr id="86" name="Freihandform: Form 85">
                  <a:extLst>
                    <a:ext uri="{FF2B5EF4-FFF2-40B4-BE49-F238E27FC236}">
                      <a16:creationId xmlns:a16="http://schemas.microsoft.com/office/drawing/2014/main" id="{8388BADB-DF36-FA9C-4452-A3A9AADE91E5}"/>
                    </a:ext>
                  </a:extLst>
                </p:cNvPr>
                <p:cNvSpPr/>
                <p:nvPr/>
              </p:nvSpPr>
              <p:spPr>
                <a:xfrm>
                  <a:off x="555096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87" name="Grafik 86">
                <a:extLst>
                  <a:ext uri="{FF2B5EF4-FFF2-40B4-BE49-F238E27FC236}">
                    <a16:creationId xmlns:a16="http://schemas.microsoft.com/office/drawing/2014/main" id="{81185FDC-7878-5451-35EC-83E2E9B7C6E6}"/>
                  </a:ext>
                </a:extLst>
              </p:cNvPr>
              <p:cNvPicPr>
                <a:picLocks noChangeAspect="1"/>
              </p:cNvPicPr>
              <p:nvPr/>
            </p:nvPicPr>
            <p:blipFill>
              <a:blip r:embed="rId6"/>
              <a:stretch>
                <a:fillRect/>
              </a:stretch>
            </p:blipFill>
            <p:spPr>
              <a:xfrm>
                <a:off x="8692172" y="5959334"/>
                <a:ext cx="632073" cy="75417"/>
              </a:xfrm>
              <a:custGeom>
                <a:avLst/>
                <a:gdLst>
                  <a:gd name="connsiteX0" fmla="*/ 0 w 632073"/>
                  <a:gd name="connsiteY0" fmla="*/ 0 h 75417"/>
                  <a:gd name="connsiteX1" fmla="*/ 632073 w 632073"/>
                  <a:gd name="connsiteY1" fmla="*/ 0 h 75417"/>
                  <a:gd name="connsiteX2" fmla="*/ 632073 w 632073"/>
                  <a:gd name="connsiteY2" fmla="*/ 75418 h 75417"/>
                  <a:gd name="connsiteX3" fmla="*/ 0 w 63207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632073" h="75417">
                    <a:moveTo>
                      <a:pt x="0" y="0"/>
                    </a:moveTo>
                    <a:lnTo>
                      <a:pt x="632073" y="0"/>
                    </a:lnTo>
                    <a:lnTo>
                      <a:pt x="632073" y="75418"/>
                    </a:lnTo>
                    <a:lnTo>
                      <a:pt x="0" y="75418"/>
                    </a:lnTo>
                    <a:close/>
                  </a:path>
                </a:pathLst>
              </a:custGeom>
            </p:spPr>
          </p:pic>
        </p:grpSp>
        <p:grpSp>
          <p:nvGrpSpPr>
            <p:cNvPr id="88" name="Grafik 1">
              <a:extLst>
                <a:ext uri="{FF2B5EF4-FFF2-40B4-BE49-F238E27FC236}">
                  <a16:creationId xmlns:a16="http://schemas.microsoft.com/office/drawing/2014/main" id="{A35FA4E5-ACDA-2A92-C498-FE9A8B1E2C59}"/>
                </a:ext>
              </a:extLst>
            </p:cNvPr>
            <p:cNvGrpSpPr/>
            <p:nvPr/>
          </p:nvGrpSpPr>
          <p:grpSpPr>
            <a:xfrm>
              <a:off x="6987490" y="5324867"/>
              <a:ext cx="2363091" cy="633270"/>
              <a:chOff x="6987490" y="5324867"/>
              <a:chExt cx="2363091" cy="633270"/>
            </a:xfrm>
          </p:grpSpPr>
          <p:grpSp>
            <p:nvGrpSpPr>
              <p:cNvPr id="89" name="Grafik 1">
                <a:extLst>
                  <a:ext uri="{FF2B5EF4-FFF2-40B4-BE49-F238E27FC236}">
                    <a16:creationId xmlns:a16="http://schemas.microsoft.com/office/drawing/2014/main" id="{4B7D29BB-A09A-0EBC-71BA-4F3A505DB62B}"/>
                  </a:ext>
                </a:extLst>
              </p:cNvPr>
              <p:cNvGrpSpPr/>
              <p:nvPr/>
            </p:nvGrpSpPr>
            <p:grpSpPr>
              <a:xfrm>
                <a:off x="6987490" y="5324867"/>
                <a:ext cx="2363091" cy="598266"/>
                <a:chOff x="6987490" y="5324867"/>
                <a:chExt cx="2363091" cy="598266"/>
              </a:xfrm>
            </p:grpSpPr>
            <p:sp>
              <p:nvSpPr>
                <p:cNvPr id="90" name="Freihandform: Form 89">
                  <a:extLst>
                    <a:ext uri="{FF2B5EF4-FFF2-40B4-BE49-F238E27FC236}">
                      <a16:creationId xmlns:a16="http://schemas.microsoft.com/office/drawing/2014/main" id="{C68F22CC-4B4B-5B30-BEA3-0D503D34A68F}"/>
                    </a:ext>
                  </a:extLst>
                </p:cNvPr>
                <p:cNvSpPr/>
                <p:nvPr/>
              </p:nvSpPr>
              <p:spPr>
                <a:xfrm>
                  <a:off x="7004249" y="5324867"/>
                  <a:ext cx="2346331" cy="598266"/>
                </a:xfrm>
                <a:custGeom>
                  <a:avLst/>
                  <a:gdLst>
                    <a:gd name="connsiteX0" fmla="*/ 2346332 w 2346331"/>
                    <a:gd name="connsiteY0" fmla="*/ 1 h 598266"/>
                    <a:gd name="connsiteX1" fmla="*/ 2346332 w 2346331"/>
                    <a:gd name="connsiteY1" fmla="*/ 598267 h 598266"/>
                    <a:gd name="connsiteX2" fmla="*/ 1 w 2346331"/>
                    <a:gd name="connsiteY2" fmla="*/ 598267 h 598266"/>
                    <a:gd name="connsiteX3" fmla="*/ 1 w 2346331"/>
                    <a:gd name="connsiteY3" fmla="*/ 30503 h 598266"/>
                  </a:gdLst>
                  <a:ahLst/>
                  <a:cxnLst>
                    <a:cxn ang="0">
                      <a:pos x="connsiteX0" y="connsiteY0"/>
                    </a:cxn>
                    <a:cxn ang="0">
                      <a:pos x="connsiteX1" y="connsiteY1"/>
                    </a:cxn>
                    <a:cxn ang="0">
                      <a:pos x="connsiteX2" y="connsiteY2"/>
                    </a:cxn>
                    <a:cxn ang="0">
                      <a:pos x="connsiteX3" y="connsiteY3"/>
                    </a:cxn>
                  </a:cxnLst>
                  <a:rect l="l" t="t" r="r" b="b"/>
                  <a:pathLst>
                    <a:path w="2346331" h="598266">
                      <a:moveTo>
                        <a:pt x="2346332" y="1"/>
                      </a:moveTo>
                      <a:lnTo>
                        <a:pt x="2346332" y="598267"/>
                      </a:lnTo>
                      <a:lnTo>
                        <a:pt x="1" y="598267"/>
                      </a:lnTo>
                      <a:lnTo>
                        <a:pt x="1" y="30503"/>
                      </a:lnTo>
                    </a:path>
                  </a:pathLst>
                </a:custGeom>
                <a:noFill/>
                <a:ln w="4785" cap="flat">
                  <a:solidFill>
                    <a:srgbClr val="000000"/>
                  </a:solidFill>
                  <a:prstDash val="solid"/>
                  <a:miter/>
                </a:ln>
              </p:spPr>
              <p:txBody>
                <a:bodyPr rtlCol="0" anchor="ctr"/>
                <a:lstStyle/>
                <a:p>
                  <a:endParaRPr lang="de-DE"/>
                </a:p>
              </p:txBody>
            </p:sp>
            <p:sp>
              <p:nvSpPr>
                <p:cNvPr id="91" name="Freihandform: Form 90">
                  <a:extLst>
                    <a:ext uri="{FF2B5EF4-FFF2-40B4-BE49-F238E27FC236}">
                      <a16:creationId xmlns:a16="http://schemas.microsoft.com/office/drawing/2014/main" id="{C6AA88EC-4C95-6917-999B-09A12216EF1B}"/>
                    </a:ext>
                  </a:extLst>
                </p:cNvPr>
                <p:cNvSpPr/>
                <p:nvPr/>
              </p:nvSpPr>
              <p:spPr>
                <a:xfrm>
                  <a:off x="6987490"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2" name="Grafik 91">
                <a:extLst>
                  <a:ext uri="{FF2B5EF4-FFF2-40B4-BE49-F238E27FC236}">
                    <a16:creationId xmlns:a16="http://schemas.microsoft.com/office/drawing/2014/main" id="{38E5B5EA-0473-914B-036E-0389BDA43A1B}"/>
                  </a:ext>
                </a:extLst>
              </p:cNvPr>
              <p:cNvPicPr>
                <a:picLocks noChangeAspect="1"/>
              </p:cNvPicPr>
              <p:nvPr/>
            </p:nvPicPr>
            <p:blipFill>
              <a:blip r:embed="rId7"/>
              <a:stretch>
                <a:fillRect/>
              </a:stretch>
            </p:blipFill>
            <p:spPr>
              <a:xfrm>
                <a:off x="8579644" y="5882719"/>
                <a:ext cx="483631" cy="75417"/>
              </a:xfrm>
              <a:custGeom>
                <a:avLst/>
                <a:gdLst>
                  <a:gd name="connsiteX0" fmla="*/ 0 w 483631"/>
                  <a:gd name="connsiteY0" fmla="*/ 0 h 75417"/>
                  <a:gd name="connsiteX1" fmla="*/ 483632 w 483631"/>
                  <a:gd name="connsiteY1" fmla="*/ 0 h 75417"/>
                  <a:gd name="connsiteX2" fmla="*/ 483632 w 483631"/>
                  <a:gd name="connsiteY2" fmla="*/ 75418 h 75417"/>
                  <a:gd name="connsiteX3" fmla="*/ 0 w 483631"/>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83631" h="75417">
                    <a:moveTo>
                      <a:pt x="0" y="0"/>
                    </a:moveTo>
                    <a:lnTo>
                      <a:pt x="483632" y="0"/>
                    </a:lnTo>
                    <a:lnTo>
                      <a:pt x="483632" y="75418"/>
                    </a:lnTo>
                    <a:lnTo>
                      <a:pt x="0" y="75418"/>
                    </a:lnTo>
                    <a:close/>
                  </a:path>
                </a:pathLst>
              </a:custGeom>
            </p:spPr>
          </p:pic>
        </p:grpSp>
        <p:grpSp>
          <p:nvGrpSpPr>
            <p:cNvPr id="93" name="Grafik 1">
              <a:extLst>
                <a:ext uri="{FF2B5EF4-FFF2-40B4-BE49-F238E27FC236}">
                  <a16:creationId xmlns:a16="http://schemas.microsoft.com/office/drawing/2014/main" id="{E4E78890-D625-7BFF-D723-84F80D78FF26}"/>
                </a:ext>
              </a:extLst>
            </p:cNvPr>
            <p:cNvGrpSpPr/>
            <p:nvPr/>
          </p:nvGrpSpPr>
          <p:grpSpPr>
            <a:xfrm>
              <a:off x="9515782" y="5330230"/>
              <a:ext cx="268152" cy="252637"/>
              <a:chOff x="9515782" y="5330230"/>
              <a:chExt cx="268152" cy="252637"/>
            </a:xfrm>
          </p:grpSpPr>
          <p:grpSp>
            <p:nvGrpSpPr>
              <p:cNvPr id="94" name="Grafik 1">
                <a:extLst>
                  <a:ext uri="{FF2B5EF4-FFF2-40B4-BE49-F238E27FC236}">
                    <a16:creationId xmlns:a16="http://schemas.microsoft.com/office/drawing/2014/main" id="{016690C0-0806-98F0-FBF6-C95EF5F27395}"/>
                  </a:ext>
                </a:extLst>
              </p:cNvPr>
              <p:cNvGrpSpPr/>
              <p:nvPr/>
            </p:nvGrpSpPr>
            <p:grpSpPr>
              <a:xfrm>
                <a:off x="9621127" y="5330230"/>
                <a:ext cx="33519" cy="252637"/>
                <a:chOff x="9621127" y="5330230"/>
                <a:chExt cx="33519" cy="252637"/>
              </a:xfrm>
            </p:grpSpPr>
            <p:sp>
              <p:nvSpPr>
                <p:cNvPr id="95" name="Freihandform: Form 94">
                  <a:extLst>
                    <a:ext uri="{FF2B5EF4-FFF2-40B4-BE49-F238E27FC236}">
                      <a16:creationId xmlns:a16="http://schemas.microsoft.com/office/drawing/2014/main" id="{60AA4461-BB52-3080-2608-210157A10445}"/>
                    </a:ext>
                  </a:extLst>
                </p:cNvPr>
                <p:cNvSpPr/>
                <p:nvPr/>
              </p:nvSpPr>
              <p:spPr>
                <a:xfrm>
                  <a:off x="9637887" y="5355369"/>
                  <a:ext cx="4788" cy="202359"/>
                </a:xfrm>
                <a:custGeom>
                  <a:avLst/>
                  <a:gdLst>
                    <a:gd name="connsiteX0" fmla="*/ 1 w 4788"/>
                    <a:gd name="connsiteY0" fmla="*/ 1 h 202359"/>
                    <a:gd name="connsiteX1" fmla="*/ 1 w 4788"/>
                    <a:gd name="connsiteY1" fmla="*/ 65267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65267"/>
                      </a:lnTo>
                      <a:lnTo>
                        <a:pt x="1" y="202360"/>
                      </a:lnTo>
                    </a:path>
                  </a:pathLst>
                </a:custGeom>
                <a:noFill/>
                <a:ln w="4785" cap="flat">
                  <a:solidFill>
                    <a:srgbClr val="000000"/>
                  </a:solidFill>
                  <a:prstDash val="solid"/>
                  <a:miter/>
                </a:ln>
              </p:spPr>
              <p:txBody>
                <a:bodyPr rtlCol="0" anchor="ctr"/>
                <a:lstStyle/>
                <a:p>
                  <a:endParaRPr lang="de-DE"/>
                </a:p>
              </p:txBody>
            </p:sp>
            <p:sp>
              <p:nvSpPr>
                <p:cNvPr id="96" name="Freihandform: Form 95">
                  <a:extLst>
                    <a:ext uri="{FF2B5EF4-FFF2-40B4-BE49-F238E27FC236}">
                      <a16:creationId xmlns:a16="http://schemas.microsoft.com/office/drawing/2014/main" id="{E6BF3210-187A-A1E4-E140-F79F038D2650}"/>
                    </a:ext>
                  </a:extLst>
                </p:cNvPr>
                <p:cNvSpPr/>
                <p:nvPr/>
              </p:nvSpPr>
              <p:spPr>
                <a:xfrm>
                  <a:off x="9621127"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97" name="Freihandform: Form 96">
                  <a:extLst>
                    <a:ext uri="{FF2B5EF4-FFF2-40B4-BE49-F238E27FC236}">
                      <a16:creationId xmlns:a16="http://schemas.microsoft.com/office/drawing/2014/main" id="{6AE2FBD7-230E-DE4F-6042-D285E1758F45}"/>
                    </a:ext>
                  </a:extLst>
                </p:cNvPr>
                <p:cNvSpPr/>
                <p:nvPr/>
              </p:nvSpPr>
              <p:spPr>
                <a:xfrm>
                  <a:off x="9621127"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98" name="Grafik 97">
                <a:extLst>
                  <a:ext uri="{FF2B5EF4-FFF2-40B4-BE49-F238E27FC236}">
                    <a16:creationId xmlns:a16="http://schemas.microsoft.com/office/drawing/2014/main" id="{257F70DE-7F5E-5162-B1BC-426B3BB71C29}"/>
                  </a:ext>
                </a:extLst>
              </p:cNvPr>
              <p:cNvPicPr>
                <a:picLocks noChangeAspect="1"/>
              </p:cNvPicPr>
              <p:nvPr/>
            </p:nvPicPr>
            <p:blipFill>
              <a:blip r:embed="rId4"/>
              <a:stretch>
                <a:fillRect/>
              </a:stretch>
            </p:blipFill>
            <p:spPr>
              <a:xfrm>
                <a:off x="9515782"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99" name="Grafik 1">
              <a:extLst>
                <a:ext uri="{FF2B5EF4-FFF2-40B4-BE49-F238E27FC236}">
                  <a16:creationId xmlns:a16="http://schemas.microsoft.com/office/drawing/2014/main" id="{20BF16DE-C2CC-3501-6326-0516A9B5518A}"/>
                </a:ext>
              </a:extLst>
            </p:cNvPr>
            <p:cNvGrpSpPr/>
            <p:nvPr/>
          </p:nvGrpSpPr>
          <p:grpSpPr>
            <a:xfrm>
              <a:off x="9206928" y="5037561"/>
              <a:ext cx="574611" cy="287305"/>
              <a:chOff x="9206928" y="5037561"/>
              <a:chExt cx="574611" cy="287305"/>
            </a:xfrm>
            <a:solidFill>
              <a:srgbClr val="FFFFFF"/>
            </a:solidFill>
          </p:grpSpPr>
          <p:sp>
            <p:nvSpPr>
              <p:cNvPr id="100" name="Freihandform: Form 99">
                <a:extLst>
                  <a:ext uri="{FF2B5EF4-FFF2-40B4-BE49-F238E27FC236}">
                    <a16:creationId xmlns:a16="http://schemas.microsoft.com/office/drawing/2014/main" id="{DB169900-E0C1-CEDD-7003-4D7B3AAC9FD4}"/>
                  </a:ext>
                </a:extLst>
              </p:cNvPr>
              <p:cNvSpPr/>
              <p:nvPr/>
            </p:nvSpPr>
            <p:spPr>
              <a:xfrm>
                <a:off x="9206928"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101" name="Grafik 100">
                <a:extLst>
                  <a:ext uri="{FF2B5EF4-FFF2-40B4-BE49-F238E27FC236}">
                    <a16:creationId xmlns:a16="http://schemas.microsoft.com/office/drawing/2014/main" id="{087B3DB7-6653-9CBB-9315-08AE6D885CBA}"/>
                  </a:ext>
                </a:extLst>
              </p:cNvPr>
              <p:cNvPicPr>
                <a:picLocks noChangeAspect="1"/>
              </p:cNvPicPr>
              <p:nvPr/>
            </p:nvPicPr>
            <p:blipFill>
              <a:blip r:embed="rId8"/>
              <a:stretch>
                <a:fillRect/>
              </a:stretch>
            </p:blipFill>
            <p:spPr>
              <a:xfrm>
                <a:off x="9209322"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43" name="Grafik 1">
              <a:extLst>
                <a:ext uri="{FF2B5EF4-FFF2-40B4-BE49-F238E27FC236}">
                  <a16:creationId xmlns:a16="http://schemas.microsoft.com/office/drawing/2014/main" id="{E5A76F78-C11B-3B01-23DB-DD8BA7233F09}"/>
                </a:ext>
              </a:extLst>
            </p:cNvPr>
            <p:cNvGrpSpPr/>
            <p:nvPr/>
          </p:nvGrpSpPr>
          <p:grpSpPr>
            <a:xfrm>
              <a:off x="7052134" y="5164454"/>
              <a:ext cx="784728" cy="75417"/>
              <a:chOff x="7052134" y="5164454"/>
              <a:chExt cx="784728" cy="75417"/>
            </a:xfrm>
          </p:grpSpPr>
          <p:grpSp>
            <p:nvGrpSpPr>
              <p:cNvPr id="244" name="Grafik 1">
                <a:extLst>
                  <a:ext uri="{FF2B5EF4-FFF2-40B4-BE49-F238E27FC236}">
                    <a16:creationId xmlns:a16="http://schemas.microsoft.com/office/drawing/2014/main" id="{D558C792-1B0E-2856-4E37-459A0986C34A}"/>
                  </a:ext>
                </a:extLst>
              </p:cNvPr>
              <p:cNvGrpSpPr/>
              <p:nvPr/>
            </p:nvGrpSpPr>
            <p:grpSpPr>
              <a:xfrm>
                <a:off x="7052134" y="5164454"/>
                <a:ext cx="784728" cy="33519"/>
                <a:chOff x="7052134" y="5164454"/>
                <a:chExt cx="784728" cy="33519"/>
              </a:xfrm>
            </p:grpSpPr>
            <p:sp>
              <p:nvSpPr>
                <p:cNvPr id="245" name="Freihandform: Form 244">
                  <a:extLst>
                    <a:ext uri="{FF2B5EF4-FFF2-40B4-BE49-F238E27FC236}">
                      <a16:creationId xmlns:a16="http://schemas.microsoft.com/office/drawing/2014/main" id="{6167BA26-121E-FE84-B4CB-02BAA9CC08D2}"/>
                    </a:ext>
                  </a:extLst>
                </p:cNvPr>
                <p:cNvSpPr/>
                <p:nvPr/>
              </p:nvSpPr>
              <p:spPr>
                <a:xfrm>
                  <a:off x="7052134" y="5181214"/>
                  <a:ext cx="759588" cy="4788"/>
                </a:xfrm>
                <a:custGeom>
                  <a:avLst/>
                  <a:gdLst>
                    <a:gd name="connsiteX0" fmla="*/ 1 w 759588"/>
                    <a:gd name="connsiteY0" fmla="*/ 1 h 4788"/>
                    <a:gd name="connsiteX1" fmla="*/ 759590 w 759588"/>
                    <a:gd name="connsiteY1" fmla="*/ 1 h 4788"/>
                  </a:gdLst>
                  <a:ahLst/>
                  <a:cxnLst>
                    <a:cxn ang="0">
                      <a:pos x="connsiteX0" y="connsiteY0"/>
                    </a:cxn>
                    <a:cxn ang="0">
                      <a:pos x="connsiteX1" y="connsiteY1"/>
                    </a:cxn>
                  </a:cxnLst>
                  <a:rect l="l" t="t" r="r" b="b"/>
                  <a:pathLst>
                    <a:path w="759588" h="4788">
                      <a:moveTo>
                        <a:pt x="1" y="1"/>
                      </a:moveTo>
                      <a:lnTo>
                        <a:pt x="759590" y="1"/>
                      </a:lnTo>
                    </a:path>
                  </a:pathLst>
                </a:custGeom>
                <a:noFill/>
                <a:ln w="4785" cap="flat">
                  <a:solidFill>
                    <a:srgbClr val="000000"/>
                  </a:solidFill>
                  <a:prstDash val="solid"/>
                  <a:miter/>
                </a:ln>
              </p:spPr>
              <p:txBody>
                <a:bodyPr rtlCol="0" anchor="ctr"/>
                <a:lstStyle/>
                <a:p>
                  <a:endParaRPr lang="de-DE"/>
                </a:p>
              </p:txBody>
            </p:sp>
            <p:sp>
              <p:nvSpPr>
                <p:cNvPr id="246" name="Freihandform: Form 245">
                  <a:extLst>
                    <a:ext uri="{FF2B5EF4-FFF2-40B4-BE49-F238E27FC236}">
                      <a16:creationId xmlns:a16="http://schemas.microsoft.com/office/drawing/2014/main" id="{48BDD2BD-EBA8-5759-760C-CCC3DBE9C2F9}"/>
                    </a:ext>
                  </a:extLst>
                </p:cNvPr>
                <p:cNvSpPr/>
                <p:nvPr/>
              </p:nvSpPr>
              <p:spPr>
                <a:xfrm>
                  <a:off x="7803343"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47" name="Grafik 246">
                <a:extLst>
                  <a:ext uri="{FF2B5EF4-FFF2-40B4-BE49-F238E27FC236}">
                    <a16:creationId xmlns:a16="http://schemas.microsoft.com/office/drawing/2014/main" id="{45BC7933-0830-B5D3-563C-8D51CFBEE1F0}"/>
                  </a:ext>
                </a:extLst>
              </p:cNvPr>
              <p:cNvPicPr>
                <a:picLocks noChangeAspect="1"/>
              </p:cNvPicPr>
              <p:nvPr/>
            </p:nvPicPr>
            <p:blipFill>
              <a:blip r:embed="rId3"/>
              <a:stretch>
                <a:fillRect/>
              </a:stretch>
            </p:blipFill>
            <p:spPr>
              <a:xfrm>
                <a:off x="7320286" y="5164454"/>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248" name="Grafik 1">
              <a:extLst>
                <a:ext uri="{FF2B5EF4-FFF2-40B4-BE49-F238E27FC236}">
                  <a16:creationId xmlns:a16="http://schemas.microsoft.com/office/drawing/2014/main" id="{350D611A-C1D7-B2BF-B483-CD52B44915E2}"/>
                </a:ext>
              </a:extLst>
            </p:cNvPr>
            <p:cNvGrpSpPr/>
            <p:nvPr/>
          </p:nvGrpSpPr>
          <p:grpSpPr>
            <a:xfrm>
              <a:off x="5153520" y="5330230"/>
              <a:ext cx="268152" cy="252637"/>
              <a:chOff x="5153520" y="5330230"/>
              <a:chExt cx="268152" cy="252637"/>
            </a:xfrm>
          </p:grpSpPr>
          <p:grpSp>
            <p:nvGrpSpPr>
              <p:cNvPr id="249" name="Grafik 1">
                <a:extLst>
                  <a:ext uri="{FF2B5EF4-FFF2-40B4-BE49-F238E27FC236}">
                    <a16:creationId xmlns:a16="http://schemas.microsoft.com/office/drawing/2014/main" id="{8191397F-A638-44E1-0936-A7C5881286EB}"/>
                  </a:ext>
                </a:extLst>
              </p:cNvPr>
              <p:cNvGrpSpPr/>
              <p:nvPr/>
            </p:nvGrpSpPr>
            <p:grpSpPr>
              <a:xfrm>
                <a:off x="5263654" y="5330230"/>
                <a:ext cx="33519" cy="252637"/>
                <a:chOff x="5263654" y="5330230"/>
                <a:chExt cx="33519" cy="252637"/>
              </a:xfrm>
            </p:grpSpPr>
            <p:sp>
              <p:nvSpPr>
                <p:cNvPr id="250" name="Freihandform: Form 249">
                  <a:extLst>
                    <a:ext uri="{FF2B5EF4-FFF2-40B4-BE49-F238E27FC236}">
                      <a16:creationId xmlns:a16="http://schemas.microsoft.com/office/drawing/2014/main" id="{361EDD4A-15F9-A123-FC2E-971D756D8390}"/>
                    </a:ext>
                  </a:extLst>
                </p:cNvPr>
                <p:cNvSpPr/>
                <p:nvPr/>
              </p:nvSpPr>
              <p:spPr>
                <a:xfrm>
                  <a:off x="5280414" y="5355369"/>
                  <a:ext cx="4788" cy="202359"/>
                </a:xfrm>
                <a:custGeom>
                  <a:avLst/>
                  <a:gdLst>
                    <a:gd name="connsiteX0" fmla="*/ 1 w 4788"/>
                    <a:gd name="connsiteY0" fmla="*/ 1 h 202359"/>
                    <a:gd name="connsiteX1" fmla="*/ 1 w 4788"/>
                    <a:gd name="connsiteY1" fmla="*/ 17383 h 202359"/>
                    <a:gd name="connsiteX2" fmla="*/ 1 w 4788"/>
                    <a:gd name="connsiteY2" fmla="*/ 202360 h 202359"/>
                  </a:gdLst>
                  <a:ahLst/>
                  <a:cxnLst>
                    <a:cxn ang="0">
                      <a:pos x="connsiteX0" y="connsiteY0"/>
                    </a:cxn>
                    <a:cxn ang="0">
                      <a:pos x="connsiteX1" y="connsiteY1"/>
                    </a:cxn>
                    <a:cxn ang="0">
                      <a:pos x="connsiteX2" y="connsiteY2"/>
                    </a:cxn>
                  </a:cxnLst>
                  <a:rect l="l" t="t" r="r" b="b"/>
                  <a:pathLst>
                    <a:path w="4788" h="202359">
                      <a:moveTo>
                        <a:pt x="1" y="1"/>
                      </a:moveTo>
                      <a:lnTo>
                        <a:pt x="1" y="17383"/>
                      </a:lnTo>
                      <a:lnTo>
                        <a:pt x="1" y="202360"/>
                      </a:lnTo>
                    </a:path>
                  </a:pathLst>
                </a:custGeom>
                <a:noFill/>
                <a:ln w="4785" cap="flat">
                  <a:solidFill>
                    <a:srgbClr val="000000"/>
                  </a:solidFill>
                  <a:prstDash val="solid"/>
                  <a:miter/>
                </a:ln>
              </p:spPr>
              <p:txBody>
                <a:bodyPr rtlCol="0" anchor="ctr"/>
                <a:lstStyle/>
                <a:p>
                  <a:endParaRPr lang="de-DE"/>
                </a:p>
              </p:txBody>
            </p:sp>
            <p:sp>
              <p:nvSpPr>
                <p:cNvPr id="251" name="Freihandform: Form 250">
                  <a:extLst>
                    <a:ext uri="{FF2B5EF4-FFF2-40B4-BE49-F238E27FC236}">
                      <a16:creationId xmlns:a16="http://schemas.microsoft.com/office/drawing/2014/main" id="{52C16C5E-5F1E-56E2-8B9A-22D3E9836B55}"/>
                    </a:ext>
                  </a:extLst>
                </p:cNvPr>
                <p:cNvSpPr/>
                <p:nvPr/>
              </p:nvSpPr>
              <p:spPr>
                <a:xfrm>
                  <a:off x="5263654"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252" name="Freihandform: Form 251">
                  <a:extLst>
                    <a:ext uri="{FF2B5EF4-FFF2-40B4-BE49-F238E27FC236}">
                      <a16:creationId xmlns:a16="http://schemas.microsoft.com/office/drawing/2014/main" id="{16D015A3-BC0B-6155-271B-88EB6495B16F}"/>
                    </a:ext>
                  </a:extLst>
                </p:cNvPr>
                <p:cNvSpPr/>
                <p:nvPr/>
              </p:nvSpPr>
              <p:spPr>
                <a:xfrm>
                  <a:off x="5263654" y="5549349"/>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53" name="Grafik 252">
                <a:extLst>
                  <a:ext uri="{FF2B5EF4-FFF2-40B4-BE49-F238E27FC236}">
                    <a16:creationId xmlns:a16="http://schemas.microsoft.com/office/drawing/2014/main" id="{5A0CFD37-4FF6-0889-E40F-E1E681826089}"/>
                  </a:ext>
                </a:extLst>
              </p:cNvPr>
              <p:cNvPicPr>
                <a:picLocks noChangeAspect="1"/>
              </p:cNvPicPr>
              <p:nvPr/>
            </p:nvPicPr>
            <p:blipFill>
              <a:blip r:embed="rId4"/>
              <a:stretch>
                <a:fillRect/>
              </a:stretch>
            </p:blipFill>
            <p:spPr>
              <a:xfrm>
                <a:off x="5153520" y="5401482"/>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259" name="Grafik 1">
              <a:extLst>
                <a:ext uri="{FF2B5EF4-FFF2-40B4-BE49-F238E27FC236}">
                  <a16:creationId xmlns:a16="http://schemas.microsoft.com/office/drawing/2014/main" id="{C9BA7795-F4B5-C048-E3FB-43B6843E747E}"/>
                </a:ext>
              </a:extLst>
            </p:cNvPr>
            <p:cNvGrpSpPr/>
            <p:nvPr/>
          </p:nvGrpSpPr>
          <p:grpSpPr>
            <a:xfrm>
              <a:off x="5136761" y="5037561"/>
              <a:ext cx="574611" cy="287305"/>
              <a:chOff x="5136761" y="5037561"/>
              <a:chExt cx="574611" cy="287305"/>
            </a:xfrm>
            <a:solidFill>
              <a:srgbClr val="FFFFFF"/>
            </a:solidFill>
          </p:grpSpPr>
          <p:sp>
            <p:nvSpPr>
              <p:cNvPr id="260" name="Freihandform: Form 259">
                <a:extLst>
                  <a:ext uri="{FF2B5EF4-FFF2-40B4-BE49-F238E27FC236}">
                    <a16:creationId xmlns:a16="http://schemas.microsoft.com/office/drawing/2014/main" id="{DF097552-91B8-AA37-5D93-B78C36916634}"/>
                  </a:ext>
                </a:extLst>
              </p:cNvPr>
              <p:cNvSpPr/>
              <p:nvPr/>
            </p:nvSpPr>
            <p:spPr>
              <a:xfrm>
                <a:off x="5136761"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61" name="Grafik 260">
                <a:extLst>
                  <a:ext uri="{FF2B5EF4-FFF2-40B4-BE49-F238E27FC236}">
                    <a16:creationId xmlns:a16="http://schemas.microsoft.com/office/drawing/2014/main" id="{07A447CE-7ECD-AB1F-46A5-A93ADFF0DF4C}"/>
                  </a:ext>
                </a:extLst>
              </p:cNvPr>
              <p:cNvPicPr>
                <a:picLocks noChangeAspect="1"/>
              </p:cNvPicPr>
              <p:nvPr/>
            </p:nvPicPr>
            <p:blipFill>
              <a:blip r:embed="rId9"/>
              <a:stretch>
                <a:fillRect/>
              </a:stretch>
            </p:blipFill>
            <p:spPr>
              <a:xfrm>
                <a:off x="5139155"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267" name="Grafik 1">
              <a:extLst>
                <a:ext uri="{FF2B5EF4-FFF2-40B4-BE49-F238E27FC236}">
                  <a16:creationId xmlns:a16="http://schemas.microsoft.com/office/drawing/2014/main" id="{92D06B04-5A46-9784-70FA-3A2DD429061C}"/>
                </a:ext>
              </a:extLst>
            </p:cNvPr>
            <p:cNvGrpSpPr/>
            <p:nvPr/>
          </p:nvGrpSpPr>
          <p:grpSpPr>
            <a:xfrm>
              <a:off x="5711373" y="5154878"/>
              <a:ext cx="760786" cy="75417"/>
              <a:chOff x="5711373" y="5154878"/>
              <a:chExt cx="760786" cy="75417"/>
            </a:xfrm>
          </p:grpSpPr>
          <p:grpSp>
            <p:nvGrpSpPr>
              <p:cNvPr id="268" name="Grafik 1">
                <a:extLst>
                  <a:ext uri="{FF2B5EF4-FFF2-40B4-BE49-F238E27FC236}">
                    <a16:creationId xmlns:a16="http://schemas.microsoft.com/office/drawing/2014/main" id="{83BCB6E1-6C84-50FE-4CE4-CC0224B44CA2}"/>
                  </a:ext>
                </a:extLst>
              </p:cNvPr>
              <p:cNvGrpSpPr/>
              <p:nvPr/>
            </p:nvGrpSpPr>
            <p:grpSpPr>
              <a:xfrm>
                <a:off x="5711373" y="5164454"/>
                <a:ext cx="760786" cy="33519"/>
                <a:chOff x="5711373" y="5164454"/>
                <a:chExt cx="760786" cy="33519"/>
              </a:xfrm>
            </p:grpSpPr>
            <p:sp>
              <p:nvSpPr>
                <p:cNvPr id="269" name="Freihandform: Form 268">
                  <a:extLst>
                    <a:ext uri="{FF2B5EF4-FFF2-40B4-BE49-F238E27FC236}">
                      <a16:creationId xmlns:a16="http://schemas.microsoft.com/office/drawing/2014/main" id="{7F657C7C-EC38-11B1-34C6-010538AF6163}"/>
                    </a:ext>
                  </a:extLst>
                </p:cNvPr>
                <p:cNvSpPr/>
                <p:nvPr/>
              </p:nvSpPr>
              <p:spPr>
                <a:xfrm>
                  <a:off x="5711373" y="5181214"/>
                  <a:ext cx="735646" cy="4788"/>
                </a:xfrm>
                <a:custGeom>
                  <a:avLst/>
                  <a:gdLst>
                    <a:gd name="connsiteX0" fmla="*/ 1 w 735646"/>
                    <a:gd name="connsiteY0" fmla="*/ 1 h 4788"/>
                    <a:gd name="connsiteX1" fmla="*/ 735647 w 735646"/>
                    <a:gd name="connsiteY1" fmla="*/ 1 h 4788"/>
                  </a:gdLst>
                  <a:ahLst/>
                  <a:cxnLst>
                    <a:cxn ang="0">
                      <a:pos x="connsiteX0" y="connsiteY0"/>
                    </a:cxn>
                    <a:cxn ang="0">
                      <a:pos x="connsiteX1" y="connsiteY1"/>
                    </a:cxn>
                  </a:cxnLst>
                  <a:rect l="l" t="t" r="r" b="b"/>
                  <a:pathLst>
                    <a:path w="735646" h="4788">
                      <a:moveTo>
                        <a:pt x="1" y="1"/>
                      </a:moveTo>
                      <a:lnTo>
                        <a:pt x="735647" y="1"/>
                      </a:lnTo>
                    </a:path>
                  </a:pathLst>
                </a:custGeom>
                <a:noFill/>
                <a:ln w="4785" cap="flat">
                  <a:solidFill>
                    <a:srgbClr val="000000"/>
                  </a:solidFill>
                  <a:prstDash val="solid"/>
                  <a:miter/>
                </a:ln>
              </p:spPr>
              <p:txBody>
                <a:bodyPr rtlCol="0" anchor="ctr"/>
                <a:lstStyle/>
                <a:p>
                  <a:endParaRPr lang="de-DE"/>
                </a:p>
              </p:txBody>
            </p:sp>
            <p:sp>
              <p:nvSpPr>
                <p:cNvPr id="270" name="Freihandform: Form 269">
                  <a:extLst>
                    <a:ext uri="{FF2B5EF4-FFF2-40B4-BE49-F238E27FC236}">
                      <a16:creationId xmlns:a16="http://schemas.microsoft.com/office/drawing/2014/main" id="{B66B3FF8-F84B-162A-B883-ED3E663E3966}"/>
                    </a:ext>
                  </a:extLst>
                </p:cNvPr>
                <p:cNvSpPr/>
                <p:nvPr/>
              </p:nvSpPr>
              <p:spPr>
                <a:xfrm>
                  <a:off x="6438640" y="5164454"/>
                  <a:ext cx="33519" cy="33519"/>
                </a:xfrm>
                <a:custGeom>
                  <a:avLst/>
                  <a:gdLst>
                    <a:gd name="connsiteX0" fmla="*/ 33520 w 33519"/>
                    <a:gd name="connsiteY0" fmla="*/ 16760 h 33519"/>
                    <a:gd name="connsiteX1" fmla="*/ 1 w 33519"/>
                    <a:gd name="connsiteY1" fmla="*/ 33520 h 33519"/>
                    <a:gd name="connsiteX2" fmla="*/ 8380 w 33519"/>
                    <a:gd name="connsiteY2" fmla="*/ 16760 h 33519"/>
                    <a:gd name="connsiteX3" fmla="*/ 1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33520" y="16760"/>
                      </a:moveTo>
                      <a:lnTo>
                        <a:pt x="1" y="33520"/>
                      </a:lnTo>
                      <a:lnTo>
                        <a:pt x="8380" y="16760"/>
                      </a:lnTo>
                      <a:lnTo>
                        <a:pt x="1"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71" name="Grafik 270">
                <a:extLst>
                  <a:ext uri="{FF2B5EF4-FFF2-40B4-BE49-F238E27FC236}">
                    <a16:creationId xmlns:a16="http://schemas.microsoft.com/office/drawing/2014/main" id="{E9CBF7EF-FB66-6BA0-BBD3-CFD545E5B1F1}"/>
                  </a:ext>
                </a:extLst>
              </p:cNvPr>
              <p:cNvPicPr>
                <a:picLocks noChangeAspect="1"/>
              </p:cNvPicPr>
              <p:nvPr/>
            </p:nvPicPr>
            <p:blipFill>
              <a:blip r:embed="rId3"/>
              <a:stretch>
                <a:fillRect/>
              </a:stretch>
            </p:blipFill>
            <p:spPr>
              <a:xfrm>
                <a:off x="5969948" y="5154878"/>
                <a:ext cx="110133" cy="75417"/>
              </a:xfrm>
              <a:custGeom>
                <a:avLst/>
                <a:gdLst>
                  <a:gd name="connsiteX0" fmla="*/ 0 w 110133"/>
                  <a:gd name="connsiteY0" fmla="*/ 0 h 75417"/>
                  <a:gd name="connsiteX1" fmla="*/ 110134 w 110133"/>
                  <a:gd name="connsiteY1" fmla="*/ 0 h 75417"/>
                  <a:gd name="connsiteX2" fmla="*/ 110134 w 110133"/>
                  <a:gd name="connsiteY2" fmla="*/ 75418 h 75417"/>
                  <a:gd name="connsiteX3" fmla="*/ 0 w 110133"/>
                  <a:gd name="connsiteY3" fmla="*/ 75418 h 75417"/>
                </a:gdLst>
                <a:ahLst/>
                <a:cxnLst>
                  <a:cxn ang="0">
                    <a:pos x="connsiteX0" y="connsiteY0"/>
                  </a:cxn>
                  <a:cxn ang="0">
                    <a:pos x="connsiteX1" y="connsiteY1"/>
                  </a:cxn>
                  <a:cxn ang="0">
                    <a:pos x="connsiteX2" y="connsiteY2"/>
                  </a:cxn>
                  <a:cxn ang="0">
                    <a:pos x="connsiteX3" y="connsiteY3"/>
                  </a:cxn>
                </a:cxnLst>
                <a:rect l="l" t="t" r="r" b="b"/>
                <a:pathLst>
                  <a:path w="110133" h="75417">
                    <a:moveTo>
                      <a:pt x="0" y="0"/>
                    </a:moveTo>
                    <a:lnTo>
                      <a:pt x="110134" y="0"/>
                    </a:lnTo>
                    <a:lnTo>
                      <a:pt x="110134" y="75418"/>
                    </a:lnTo>
                    <a:lnTo>
                      <a:pt x="0" y="75418"/>
                    </a:lnTo>
                    <a:close/>
                  </a:path>
                </a:pathLst>
              </a:custGeom>
            </p:spPr>
          </p:pic>
        </p:grpSp>
        <p:grpSp>
          <p:nvGrpSpPr>
            <p:cNvPr id="277" name="Grafik 1">
              <a:extLst>
                <a:ext uri="{FF2B5EF4-FFF2-40B4-BE49-F238E27FC236}">
                  <a16:creationId xmlns:a16="http://schemas.microsoft.com/office/drawing/2014/main" id="{0329DC8E-278E-EB23-2767-07674FEC3F81}"/>
                </a:ext>
              </a:extLst>
            </p:cNvPr>
            <p:cNvGrpSpPr/>
            <p:nvPr/>
          </p:nvGrpSpPr>
          <p:grpSpPr>
            <a:xfrm>
              <a:off x="5646729" y="5324867"/>
              <a:ext cx="926561" cy="633270"/>
              <a:chOff x="5646729" y="5324867"/>
              <a:chExt cx="926561" cy="633270"/>
            </a:xfrm>
          </p:grpSpPr>
          <p:grpSp>
            <p:nvGrpSpPr>
              <p:cNvPr id="278" name="Grafik 1">
                <a:extLst>
                  <a:ext uri="{FF2B5EF4-FFF2-40B4-BE49-F238E27FC236}">
                    <a16:creationId xmlns:a16="http://schemas.microsoft.com/office/drawing/2014/main" id="{29B55789-5790-289F-3A11-527963CE1EB8}"/>
                  </a:ext>
                </a:extLst>
              </p:cNvPr>
              <p:cNvGrpSpPr/>
              <p:nvPr/>
            </p:nvGrpSpPr>
            <p:grpSpPr>
              <a:xfrm>
                <a:off x="5646729" y="5324867"/>
                <a:ext cx="926561" cy="574611"/>
                <a:chOff x="5646729" y="5324867"/>
                <a:chExt cx="926561" cy="574611"/>
              </a:xfrm>
            </p:grpSpPr>
            <p:sp>
              <p:nvSpPr>
                <p:cNvPr id="279" name="Freihandform: Form 278">
                  <a:extLst>
                    <a:ext uri="{FF2B5EF4-FFF2-40B4-BE49-F238E27FC236}">
                      <a16:creationId xmlns:a16="http://schemas.microsoft.com/office/drawing/2014/main" id="{A92A841A-4D9F-5EA6-C01C-83302C4CF6BB}"/>
                    </a:ext>
                  </a:extLst>
                </p:cNvPr>
                <p:cNvSpPr/>
                <p:nvPr/>
              </p:nvSpPr>
              <p:spPr>
                <a:xfrm>
                  <a:off x="5663488" y="5324867"/>
                  <a:ext cx="909802" cy="574611"/>
                </a:xfrm>
                <a:custGeom>
                  <a:avLst/>
                  <a:gdLst>
                    <a:gd name="connsiteX0" fmla="*/ 909803 w 909802"/>
                    <a:gd name="connsiteY0" fmla="*/ 1 h 574611"/>
                    <a:gd name="connsiteX1" fmla="*/ 909803 w 909802"/>
                    <a:gd name="connsiteY1" fmla="*/ 574612 h 574611"/>
                    <a:gd name="connsiteX2" fmla="*/ 1 w 909802"/>
                    <a:gd name="connsiteY2" fmla="*/ 574612 h 574611"/>
                    <a:gd name="connsiteX3" fmla="*/ 1 w 909802"/>
                    <a:gd name="connsiteY3" fmla="*/ 30503 h 574611"/>
                  </a:gdLst>
                  <a:ahLst/>
                  <a:cxnLst>
                    <a:cxn ang="0">
                      <a:pos x="connsiteX0" y="connsiteY0"/>
                    </a:cxn>
                    <a:cxn ang="0">
                      <a:pos x="connsiteX1" y="connsiteY1"/>
                    </a:cxn>
                    <a:cxn ang="0">
                      <a:pos x="connsiteX2" y="connsiteY2"/>
                    </a:cxn>
                    <a:cxn ang="0">
                      <a:pos x="connsiteX3" y="connsiteY3"/>
                    </a:cxn>
                  </a:cxnLst>
                  <a:rect l="l" t="t" r="r" b="b"/>
                  <a:pathLst>
                    <a:path w="909802" h="574611">
                      <a:moveTo>
                        <a:pt x="909803" y="1"/>
                      </a:moveTo>
                      <a:lnTo>
                        <a:pt x="909803" y="574612"/>
                      </a:lnTo>
                      <a:lnTo>
                        <a:pt x="1" y="574612"/>
                      </a:lnTo>
                      <a:lnTo>
                        <a:pt x="1" y="30503"/>
                      </a:lnTo>
                    </a:path>
                  </a:pathLst>
                </a:custGeom>
                <a:noFill/>
                <a:ln w="4785" cap="flat">
                  <a:solidFill>
                    <a:srgbClr val="000000"/>
                  </a:solidFill>
                  <a:prstDash val="solid"/>
                  <a:miter/>
                </a:ln>
              </p:spPr>
              <p:txBody>
                <a:bodyPr rtlCol="0" anchor="ctr"/>
                <a:lstStyle/>
                <a:p>
                  <a:endParaRPr lang="de-DE"/>
                </a:p>
              </p:txBody>
            </p:sp>
            <p:sp>
              <p:nvSpPr>
                <p:cNvPr id="280" name="Freihandform: Form 279">
                  <a:extLst>
                    <a:ext uri="{FF2B5EF4-FFF2-40B4-BE49-F238E27FC236}">
                      <a16:creationId xmlns:a16="http://schemas.microsoft.com/office/drawing/2014/main" id="{78E2A1C7-7D72-6C7A-13AA-FB763411CC22}"/>
                    </a:ext>
                  </a:extLst>
                </p:cNvPr>
                <p:cNvSpPr/>
                <p:nvPr/>
              </p:nvSpPr>
              <p:spPr>
                <a:xfrm>
                  <a:off x="5646729"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81" name="Grafik 280">
                <a:extLst>
                  <a:ext uri="{FF2B5EF4-FFF2-40B4-BE49-F238E27FC236}">
                    <a16:creationId xmlns:a16="http://schemas.microsoft.com/office/drawing/2014/main" id="{4ABCECEC-1273-ABDC-027F-1F4A167A4027}"/>
                  </a:ext>
                </a:extLst>
              </p:cNvPr>
              <p:cNvPicPr>
                <a:picLocks noChangeAspect="1"/>
              </p:cNvPicPr>
              <p:nvPr/>
            </p:nvPicPr>
            <p:blipFill>
              <a:blip r:embed="rId10"/>
              <a:stretch>
                <a:fillRect/>
              </a:stretch>
            </p:blipFill>
            <p:spPr>
              <a:xfrm>
                <a:off x="5941218" y="5882719"/>
                <a:ext cx="493208" cy="75417"/>
              </a:xfrm>
              <a:custGeom>
                <a:avLst/>
                <a:gdLst>
                  <a:gd name="connsiteX0" fmla="*/ 0 w 493208"/>
                  <a:gd name="connsiteY0" fmla="*/ 0 h 75417"/>
                  <a:gd name="connsiteX1" fmla="*/ 493209 w 493208"/>
                  <a:gd name="connsiteY1" fmla="*/ 0 h 75417"/>
                  <a:gd name="connsiteX2" fmla="*/ 493209 w 493208"/>
                  <a:gd name="connsiteY2" fmla="*/ 75418 h 75417"/>
                  <a:gd name="connsiteX3" fmla="*/ 0 w 493208"/>
                  <a:gd name="connsiteY3" fmla="*/ 75418 h 75417"/>
                </a:gdLst>
                <a:ahLst/>
                <a:cxnLst>
                  <a:cxn ang="0">
                    <a:pos x="connsiteX0" y="connsiteY0"/>
                  </a:cxn>
                  <a:cxn ang="0">
                    <a:pos x="connsiteX1" y="connsiteY1"/>
                  </a:cxn>
                  <a:cxn ang="0">
                    <a:pos x="connsiteX2" y="connsiteY2"/>
                  </a:cxn>
                  <a:cxn ang="0">
                    <a:pos x="connsiteX3" y="connsiteY3"/>
                  </a:cxn>
                </a:cxnLst>
                <a:rect l="l" t="t" r="r" b="b"/>
                <a:pathLst>
                  <a:path w="493208" h="75417">
                    <a:moveTo>
                      <a:pt x="0" y="0"/>
                    </a:moveTo>
                    <a:lnTo>
                      <a:pt x="493209" y="0"/>
                    </a:lnTo>
                    <a:lnTo>
                      <a:pt x="493209" y="75418"/>
                    </a:lnTo>
                    <a:lnTo>
                      <a:pt x="0" y="75418"/>
                    </a:lnTo>
                    <a:close/>
                  </a:path>
                </a:pathLst>
              </a:custGeom>
            </p:spPr>
          </p:pic>
        </p:grpSp>
        <p:grpSp>
          <p:nvGrpSpPr>
            <p:cNvPr id="287" name="Grafik 1">
              <a:extLst>
                <a:ext uri="{FF2B5EF4-FFF2-40B4-BE49-F238E27FC236}">
                  <a16:creationId xmlns:a16="http://schemas.microsoft.com/office/drawing/2014/main" id="{D0126A92-C568-3904-0906-5C02FEA6025C}"/>
                </a:ext>
              </a:extLst>
            </p:cNvPr>
            <p:cNvGrpSpPr/>
            <p:nvPr/>
          </p:nvGrpSpPr>
          <p:grpSpPr>
            <a:xfrm>
              <a:off x="6633146" y="5330230"/>
              <a:ext cx="268152" cy="228695"/>
              <a:chOff x="6633146" y="5330230"/>
              <a:chExt cx="268152" cy="228695"/>
            </a:xfrm>
          </p:grpSpPr>
          <p:grpSp>
            <p:nvGrpSpPr>
              <p:cNvPr id="288" name="Grafik 1">
                <a:extLst>
                  <a:ext uri="{FF2B5EF4-FFF2-40B4-BE49-F238E27FC236}">
                    <a16:creationId xmlns:a16="http://schemas.microsoft.com/office/drawing/2014/main" id="{E7F85B45-C860-9F8B-D2F9-0C1529151858}"/>
                  </a:ext>
                </a:extLst>
              </p:cNvPr>
              <p:cNvGrpSpPr/>
              <p:nvPr/>
            </p:nvGrpSpPr>
            <p:grpSpPr>
              <a:xfrm>
                <a:off x="6748068" y="5330230"/>
                <a:ext cx="33519" cy="228695"/>
                <a:chOff x="6748068" y="5330230"/>
                <a:chExt cx="33519" cy="228695"/>
              </a:xfrm>
            </p:grpSpPr>
            <p:sp>
              <p:nvSpPr>
                <p:cNvPr id="289" name="Freihandform: Form 288">
                  <a:extLst>
                    <a:ext uri="{FF2B5EF4-FFF2-40B4-BE49-F238E27FC236}">
                      <a16:creationId xmlns:a16="http://schemas.microsoft.com/office/drawing/2014/main" id="{45CA3B03-1819-925E-11BC-925B6C6619D8}"/>
                    </a:ext>
                  </a:extLst>
                </p:cNvPr>
                <p:cNvSpPr/>
                <p:nvPr/>
              </p:nvSpPr>
              <p:spPr>
                <a:xfrm>
                  <a:off x="6764828" y="5355369"/>
                  <a:ext cx="4788" cy="178417"/>
                </a:xfrm>
                <a:custGeom>
                  <a:avLst/>
                  <a:gdLst>
                    <a:gd name="connsiteX0" fmla="*/ 1 w 4788"/>
                    <a:gd name="connsiteY0" fmla="*/ 1 h 178417"/>
                    <a:gd name="connsiteX1" fmla="*/ 1 w 4788"/>
                    <a:gd name="connsiteY1" fmla="*/ 178418 h 178417"/>
                  </a:gdLst>
                  <a:ahLst/>
                  <a:cxnLst>
                    <a:cxn ang="0">
                      <a:pos x="connsiteX0" y="connsiteY0"/>
                    </a:cxn>
                    <a:cxn ang="0">
                      <a:pos x="connsiteX1" y="connsiteY1"/>
                    </a:cxn>
                  </a:cxnLst>
                  <a:rect l="l" t="t" r="r" b="b"/>
                  <a:pathLst>
                    <a:path w="4788" h="178417">
                      <a:moveTo>
                        <a:pt x="1" y="1"/>
                      </a:moveTo>
                      <a:lnTo>
                        <a:pt x="1" y="178418"/>
                      </a:lnTo>
                    </a:path>
                  </a:pathLst>
                </a:custGeom>
                <a:noFill/>
                <a:ln w="4785" cap="flat">
                  <a:solidFill>
                    <a:srgbClr val="000000"/>
                  </a:solidFill>
                  <a:prstDash val="solid"/>
                  <a:miter/>
                </a:ln>
              </p:spPr>
              <p:txBody>
                <a:bodyPr rtlCol="0" anchor="ctr"/>
                <a:lstStyle/>
                <a:p>
                  <a:endParaRPr lang="de-DE"/>
                </a:p>
              </p:txBody>
            </p:sp>
            <p:sp>
              <p:nvSpPr>
                <p:cNvPr id="290" name="Freihandform: Form 289">
                  <a:extLst>
                    <a:ext uri="{FF2B5EF4-FFF2-40B4-BE49-F238E27FC236}">
                      <a16:creationId xmlns:a16="http://schemas.microsoft.com/office/drawing/2014/main" id="{44F06E31-E261-6E7A-D7A0-E175382CAB75}"/>
                    </a:ext>
                  </a:extLst>
                </p:cNvPr>
                <p:cNvSpPr/>
                <p:nvPr/>
              </p:nvSpPr>
              <p:spPr>
                <a:xfrm>
                  <a:off x="6748068" y="5330230"/>
                  <a:ext cx="33519" cy="33519"/>
                </a:xfrm>
                <a:custGeom>
                  <a:avLst/>
                  <a:gdLst>
                    <a:gd name="connsiteX0" fmla="*/ 16760 w 33519"/>
                    <a:gd name="connsiteY0" fmla="*/ 1 h 33519"/>
                    <a:gd name="connsiteX1" fmla="*/ 33520 w 33519"/>
                    <a:gd name="connsiteY1" fmla="*/ 33520 h 33519"/>
                    <a:gd name="connsiteX2" fmla="*/ 16760 w 33519"/>
                    <a:gd name="connsiteY2" fmla="*/ 25140 h 33519"/>
                    <a:gd name="connsiteX3" fmla="*/ 1 w 33519"/>
                    <a:gd name="connsiteY3" fmla="*/ 33520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1"/>
                      </a:moveTo>
                      <a:lnTo>
                        <a:pt x="33520" y="33520"/>
                      </a:lnTo>
                      <a:lnTo>
                        <a:pt x="16760" y="25140"/>
                      </a:lnTo>
                      <a:lnTo>
                        <a:pt x="1" y="33520"/>
                      </a:lnTo>
                      <a:close/>
                    </a:path>
                  </a:pathLst>
                </a:custGeom>
                <a:solidFill>
                  <a:srgbClr val="000000"/>
                </a:solidFill>
                <a:ln w="4785" cap="flat">
                  <a:solidFill>
                    <a:srgbClr val="000000"/>
                  </a:solidFill>
                  <a:prstDash val="solid"/>
                  <a:miter/>
                </a:ln>
              </p:spPr>
              <p:txBody>
                <a:bodyPr rtlCol="0" anchor="ctr"/>
                <a:lstStyle/>
                <a:p>
                  <a:endParaRPr lang="de-DE"/>
                </a:p>
              </p:txBody>
            </p:sp>
            <p:sp>
              <p:nvSpPr>
                <p:cNvPr id="291" name="Freihandform: Form 290">
                  <a:extLst>
                    <a:ext uri="{FF2B5EF4-FFF2-40B4-BE49-F238E27FC236}">
                      <a16:creationId xmlns:a16="http://schemas.microsoft.com/office/drawing/2014/main" id="{89FC739C-1D5E-3C22-7532-D1D8E6B5A759}"/>
                    </a:ext>
                  </a:extLst>
                </p:cNvPr>
                <p:cNvSpPr/>
                <p:nvPr/>
              </p:nvSpPr>
              <p:spPr>
                <a:xfrm>
                  <a:off x="6748068" y="5525406"/>
                  <a:ext cx="33519" cy="33519"/>
                </a:xfrm>
                <a:custGeom>
                  <a:avLst/>
                  <a:gdLst>
                    <a:gd name="connsiteX0" fmla="*/ 16760 w 33519"/>
                    <a:gd name="connsiteY0" fmla="*/ 33520 h 33519"/>
                    <a:gd name="connsiteX1" fmla="*/ 1 w 33519"/>
                    <a:gd name="connsiteY1" fmla="*/ 1 h 33519"/>
                    <a:gd name="connsiteX2" fmla="*/ 16760 w 33519"/>
                    <a:gd name="connsiteY2" fmla="*/ 8380 h 33519"/>
                    <a:gd name="connsiteX3" fmla="*/ 33520 w 33519"/>
                    <a:gd name="connsiteY3" fmla="*/ 1 h 33519"/>
                  </a:gdLst>
                  <a:ahLst/>
                  <a:cxnLst>
                    <a:cxn ang="0">
                      <a:pos x="connsiteX0" y="connsiteY0"/>
                    </a:cxn>
                    <a:cxn ang="0">
                      <a:pos x="connsiteX1" y="connsiteY1"/>
                    </a:cxn>
                    <a:cxn ang="0">
                      <a:pos x="connsiteX2" y="connsiteY2"/>
                    </a:cxn>
                    <a:cxn ang="0">
                      <a:pos x="connsiteX3" y="connsiteY3"/>
                    </a:cxn>
                  </a:cxnLst>
                  <a:rect l="l" t="t" r="r" b="b"/>
                  <a:pathLst>
                    <a:path w="33519" h="33519">
                      <a:moveTo>
                        <a:pt x="16760" y="33520"/>
                      </a:moveTo>
                      <a:lnTo>
                        <a:pt x="1" y="1"/>
                      </a:lnTo>
                      <a:lnTo>
                        <a:pt x="16760" y="8380"/>
                      </a:lnTo>
                      <a:lnTo>
                        <a:pt x="33520" y="1"/>
                      </a:lnTo>
                      <a:close/>
                    </a:path>
                  </a:pathLst>
                </a:custGeom>
                <a:solidFill>
                  <a:srgbClr val="000000"/>
                </a:solidFill>
                <a:ln w="4785" cap="flat">
                  <a:solidFill>
                    <a:srgbClr val="000000"/>
                  </a:solidFill>
                  <a:prstDash val="solid"/>
                  <a:miter/>
                </a:ln>
              </p:spPr>
              <p:txBody>
                <a:bodyPr rtlCol="0" anchor="ctr"/>
                <a:lstStyle/>
                <a:p>
                  <a:endParaRPr lang="de-DE"/>
                </a:p>
              </p:txBody>
            </p:sp>
          </p:grpSp>
          <p:pic>
            <p:nvPicPr>
              <p:cNvPr id="292" name="Grafik 291">
                <a:extLst>
                  <a:ext uri="{FF2B5EF4-FFF2-40B4-BE49-F238E27FC236}">
                    <a16:creationId xmlns:a16="http://schemas.microsoft.com/office/drawing/2014/main" id="{8E5827D2-EE74-2E37-5656-7567C71C3968}"/>
                  </a:ext>
                </a:extLst>
              </p:cNvPr>
              <p:cNvPicPr>
                <a:picLocks noChangeAspect="1"/>
              </p:cNvPicPr>
              <p:nvPr/>
            </p:nvPicPr>
            <p:blipFill>
              <a:blip r:embed="rId4"/>
              <a:stretch>
                <a:fillRect/>
              </a:stretch>
            </p:blipFill>
            <p:spPr>
              <a:xfrm>
                <a:off x="6633146" y="5396693"/>
                <a:ext cx="268152" cy="137667"/>
              </a:xfrm>
              <a:custGeom>
                <a:avLst/>
                <a:gdLst>
                  <a:gd name="connsiteX0" fmla="*/ 0 w 268152"/>
                  <a:gd name="connsiteY0" fmla="*/ 0 h 137667"/>
                  <a:gd name="connsiteX1" fmla="*/ 268152 w 268152"/>
                  <a:gd name="connsiteY1" fmla="*/ 0 h 137667"/>
                  <a:gd name="connsiteX2" fmla="*/ 268152 w 268152"/>
                  <a:gd name="connsiteY2" fmla="*/ 137667 h 137667"/>
                  <a:gd name="connsiteX3" fmla="*/ 0 w 268152"/>
                  <a:gd name="connsiteY3" fmla="*/ 137667 h 137667"/>
                </a:gdLst>
                <a:ahLst/>
                <a:cxnLst>
                  <a:cxn ang="0">
                    <a:pos x="connsiteX0" y="connsiteY0"/>
                  </a:cxn>
                  <a:cxn ang="0">
                    <a:pos x="connsiteX1" y="connsiteY1"/>
                  </a:cxn>
                  <a:cxn ang="0">
                    <a:pos x="connsiteX2" y="connsiteY2"/>
                  </a:cxn>
                  <a:cxn ang="0">
                    <a:pos x="connsiteX3" y="connsiteY3"/>
                  </a:cxn>
                </a:cxnLst>
                <a:rect l="l" t="t" r="r" b="b"/>
                <a:pathLst>
                  <a:path w="268152" h="137667">
                    <a:moveTo>
                      <a:pt x="0" y="0"/>
                    </a:moveTo>
                    <a:lnTo>
                      <a:pt x="268152" y="0"/>
                    </a:lnTo>
                    <a:lnTo>
                      <a:pt x="268152" y="137667"/>
                    </a:lnTo>
                    <a:lnTo>
                      <a:pt x="0" y="137667"/>
                    </a:lnTo>
                    <a:close/>
                  </a:path>
                </a:pathLst>
              </a:custGeom>
            </p:spPr>
          </p:pic>
        </p:grpSp>
        <p:grpSp>
          <p:nvGrpSpPr>
            <p:cNvPr id="293" name="Grafik 1">
              <a:extLst>
                <a:ext uri="{FF2B5EF4-FFF2-40B4-BE49-F238E27FC236}">
                  <a16:creationId xmlns:a16="http://schemas.microsoft.com/office/drawing/2014/main" id="{4FDB68E3-2703-2327-FF31-9DB14943A061}"/>
                </a:ext>
              </a:extLst>
            </p:cNvPr>
            <p:cNvGrpSpPr/>
            <p:nvPr/>
          </p:nvGrpSpPr>
          <p:grpSpPr>
            <a:xfrm>
              <a:off x="6477522" y="5037561"/>
              <a:ext cx="574611" cy="287305"/>
              <a:chOff x="6477522" y="5037561"/>
              <a:chExt cx="574611" cy="287305"/>
            </a:xfrm>
            <a:solidFill>
              <a:srgbClr val="FFFFFF"/>
            </a:solidFill>
          </p:grpSpPr>
          <p:sp>
            <p:nvSpPr>
              <p:cNvPr id="294" name="Freihandform: Form 293">
                <a:extLst>
                  <a:ext uri="{FF2B5EF4-FFF2-40B4-BE49-F238E27FC236}">
                    <a16:creationId xmlns:a16="http://schemas.microsoft.com/office/drawing/2014/main" id="{32B7CAAB-C712-002D-5B13-B0C8A898D710}"/>
                  </a:ext>
                </a:extLst>
              </p:cNvPr>
              <p:cNvSpPr/>
              <p:nvPr/>
            </p:nvSpPr>
            <p:spPr>
              <a:xfrm>
                <a:off x="6477522" y="5037561"/>
                <a:ext cx="574611" cy="287305"/>
              </a:xfrm>
              <a:custGeom>
                <a:avLst/>
                <a:gdLst>
                  <a:gd name="connsiteX0" fmla="*/ 531516 w 574611"/>
                  <a:gd name="connsiteY0" fmla="*/ 1 h 287305"/>
                  <a:gd name="connsiteX1" fmla="*/ 574612 w 574611"/>
                  <a:gd name="connsiteY1" fmla="*/ 43096 h 287305"/>
                  <a:gd name="connsiteX2" fmla="*/ 574612 w 574611"/>
                  <a:gd name="connsiteY2" fmla="*/ 244211 h 287305"/>
                  <a:gd name="connsiteX3" fmla="*/ 531516 w 574611"/>
                  <a:gd name="connsiteY3" fmla="*/ 287306 h 287305"/>
                  <a:gd name="connsiteX4" fmla="*/ 43096 w 574611"/>
                  <a:gd name="connsiteY4" fmla="*/ 287306 h 287305"/>
                  <a:gd name="connsiteX5" fmla="*/ 1 w 574611"/>
                  <a:gd name="connsiteY5" fmla="*/ 244211 h 287305"/>
                  <a:gd name="connsiteX6" fmla="*/ 1 w 574611"/>
                  <a:gd name="connsiteY6" fmla="*/ 43096 h 287305"/>
                  <a:gd name="connsiteX7" fmla="*/ 43096 w 574611"/>
                  <a:gd name="connsiteY7" fmla="*/ 1 h 28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11" h="287305">
                    <a:moveTo>
                      <a:pt x="531516" y="1"/>
                    </a:moveTo>
                    <a:cubicBezTo>
                      <a:pt x="555318" y="1"/>
                      <a:pt x="574612" y="19295"/>
                      <a:pt x="574612" y="43096"/>
                    </a:cubicBezTo>
                    <a:lnTo>
                      <a:pt x="574612" y="244211"/>
                    </a:lnTo>
                    <a:cubicBezTo>
                      <a:pt x="574612" y="268012"/>
                      <a:pt x="555318" y="287306"/>
                      <a:pt x="531516" y="287306"/>
                    </a:cubicBezTo>
                    <a:lnTo>
                      <a:pt x="43096" y="287306"/>
                    </a:lnTo>
                    <a:cubicBezTo>
                      <a:pt x="19295" y="287306"/>
                      <a:pt x="1" y="268012"/>
                      <a:pt x="1" y="244211"/>
                    </a:cubicBezTo>
                    <a:lnTo>
                      <a:pt x="1" y="43096"/>
                    </a:lnTo>
                    <a:cubicBezTo>
                      <a:pt x="1" y="19295"/>
                      <a:pt x="19295" y="1"/>
                      <a:pt x="43096" y="1"/>
                    </a:cubicBezTo>
                    <a:close/>
                  </a:path>
                </a:pathLst>
              </a:custGeom>
              <a:solidFill>
                <a:srgbClr val="FFFFFF"/>
              </a:solidFill>
              <a:ln w="4785" cap="flat">
                <a:solidFill>
                  <a:srgbClr val="000000"/>
                </a:solidFill>
                <a:prstDash val="solid"/>
                <a:miter/>
              </a:ln>
            </p:spPr>
            <p:txBody>
              <a:bodyPr rtlCol="0" anchor="ctr"/>
              <a:lstStyle/>
              <a:p>
                <a:endParaRPr lang="de-DE"/>
              </a:p>
            </p:txBody>
          </p:sp>
          <p:pic>
            <p:nvPicPr>
              <p:cNvPr id="295" name="Grafik 294">
                <a:extLst>
                  <a:ext uri="{FF2B5EF4-FFF2-40B4-BE49-F238E27FC236}">
                    <a16:creationId xmlns:a16="http://schemas.microsoft.com/office/drawing/2014/main" id="{8E19F950-5598-49FB-1FF0-1BB5EAC4637C}"/>
                  </a:ext>
                </a:extLst>
              </p:cNvPr>
              <p:cNvPicPr>
                <a:picLocks noChangeAspect="1"/>
              </p:cNvPicPr>
              <p:nvPr/>
            </p:nvPicPr>
            <p:blipFill>
              <a:blip r:embed="rId11"/>
              <a:stretch>
                <a:fillRect/>
              </a:stretch>
            </p:blipFill>
            <p:spPr>
              <a:xfrm>
                <a:off x="6479916" y="5147695"/>
                <a:ext cx="565034" cy="81403"/>
              </a:xfrm>
              <a:custGeom>
                <a:avLst/>
                <a:gdLst>
                  <a:gd name="connsiteX0" fmla="*/ 0 w 565034"/>
                  <a:gd name="connsiteY0" fmla="*/ 0 h 81403"/>
                  <a:gd name="connsiteX1" fmla="*/ 565035 w 565034"/>
                  <a:gd name="connsiteY1" fmla="*/ 0 h 81403"/>
                  <a:gd name="connsiteX2" fmla="*/ 565035 w 565034"/>
                  <a:gd name="connsiteY2" fmla="*/ 81403 h 81403"/>
                  <a:gd name="connsiteX3" fmla="*/ 0 w 565034"/>
                  <a:gd name="connsiteY3" fmla="*/ 81403 h 81403"/>
                </a:gdLst>
                <a:ahLst/>
                <a:cxnLst>
                  <a:cxn ang="0">
                    <a:pos x="connsiteX0" y="connsiteY0"/>
                  </a:cxn>
                  <a:cxn ang="0">
                    <a:pos x="connsiteX1" y="connsiteY1"/>
                  </a:cxn>
                  <a:cxn ang="0">
                    <a:pos x="connsiteX2" y="connsiteY2"/>
                  </a:cxn>
                  <a:cxn ang="0">
                    <a:pos x="connsiteX3" y="connsiteY3"/>
                  </a:cxn>
                </a:cxnLst>
                <a:rect l="l" t="t" r="r" b="b"/>
                <a:pathLst>
                  <a:path w="565034" h="81403">
                    <a:moveTo>
                      <a:pt x="0" y="0"/>
                    </a:moveTo>
                    <a:lnTo>
                      <a:pt x="565035" y="0"/>
                    </a:lnTo>
                    <a:lnTo>
                      <a:pt x="565035" y="81403"/>
                    </a:lnTo>
                    <a:lnTo>
                      <a:pt x="0" y="81403"/>
                    </a:lnTo>
                    <a:close/>
                  </a:path>
                </a:pathLst>
              </a:custGeom>
            </p:spPr>
          </p:pic>
        </p:grpSp>
        <p:grpSp>
          <p:nvGrpSpPr>
            <p:cNvPr id="301" name="Grafik 1">
              <a:extLst>
                <a:ext uri="{FF2B5EF4-FFF2-40B4-BE49-F238E27FC236}">
                  <a16:creationId xmlns:a16="http://schemas.microsoft.com/office/drawing/2014/main" id="{CCFF5533-AB8D-4FCB-B2B3-B5CFB2960BEE}"/>
                </a:ext>
              </a:extLst>
            </p:cNvPr>
            <p:cNvGrpSpPr/>
            <p:nvPr/>
          </p:nvGrpSpPr>
          <p:grpSpPr>
            <a:xfrm>
              <a:off x="4969166" y="4865177"/>
              <a:ext cx="311248" cy="143652"/>
              <a:chOff x="4969166" y="4865177"/>
              <a:chExt cx="311248" cy="143652"/>
            </a:xfrm>
            <a:noFill/>
          </p:grpSpPr>
          <p:sp>
            <p:nvSpPr>
              <p:cNvPr id="302" name="Freihandform: Form 301">
                <a:extLst>
                  <a:ext uri="{FF2B5EF4-FFF2-40B4-BE49-F238E27FC236}">
                    <a16:creationId xmlns:a16="http://schemas.microsoft.com/office/drawing/2014/main" id="{39501667-649B-70C6-3F40-38E5CF0A2EA7}"/>
                  </a:ext>
                </a:extLst>
              </p:cNvPr>
              <p:cNvSpPr/>
              <p:nvPr/>
            </p:nvSpPr>
            <p:spPr>
              <a:xfrm>
                <a:off x="4969166" y="4865177"/>
                <a:ext cx="311248" cy="143652"/>
              </a:xfrm>
              <a:custGeom>
                <a:avLst/>
                <a:gdLst>
                  <a:gd name="connsiteX0" fmla="*/ 1 w 311248"/>
                  <a:gd name="connsiteY0" fmla="*/ 1 h 143652"/>
                  <a:gd name="connsiteX1" fmla="*/ 311249 w 311248"/>
                  <a:gd name="connsiteY1" fmla="*/ 1 h 143652"/>
                  <a:gd name="connsiteX2" fmla="*/ 311249 w 311248"/>
                  <a:gd name="connsiteY2" fmla="*/ 143653 h 143652"/>
                  <a:gd name="connsiteX3" fmla="*/ 1 w 311248"/>
                  <a:gd name="connsiteY3" fmla="*/ 143653 h 143652"/>
                </a:gdLst>
                <a:ahLst/>
                <a:cxnLst>
                  <a:cxn ang="0">
                    <a:pos x="connsiteX0" y="connsiteY0"/>
                  </a:cxn>
                  <a:cxn ang="0">
                    <a:pos x="connsiteX1" y="connsiteY1"/>
                  </a:cxn>
                  <a:cxn ang="0">
                    <a:pos x="connsiteX2" y="connsiteY2"/>
                  </a:cxn>
                  <a:cxn ang="0">
                    <a:pos x="connsiteX3" y="connsiteY3"/>
                  </a:cxn>
                </a:cxnLst>
                <a:rect l="l" t="t" r="r" b="b"/>
                <a:pathLst>
                  <a:path w="311248" h="143652">
                    <a:moveTo>
                      <a:pt x="1" y="1"/>
                    </a:moveTo>
                    <a:lnTo>
                      <a:pt x="311249" y="1"/>
                    </a:lnTo>
                    <a:lnTo>
                      <a:pt x="311249" y="143653"/>
                    </a:lnTo>
                    <a:lnTo>
                      <a:pt x="1" y="143653"/>
                    </a:lnTo>
                    <a:close/>
                  </a:path>
                </a:pathLst>
              </a:custGeom>
              <a:noFill/>
              <a:ln w="4785" cap="flat">
                <a:noFill/>
                <a:prstDash val="solid"/>
                <a:miter/>
              </a:ln>
            </p:spPr>
            <p:txBody>
              <a:bodyPr rtlCol="0" anchor="ctr"/>
              <a:lstStyle/>
              <a:p>
                <a:endParaRPr lang="de-DE"/>
              </a:p>
            </p:txBody>
          </p:sp>
          <p:pic>
            <p:nvPicPr>
              <p:cNvPr id="303" name="Grafik 302">
                <a:extLst>
                  <a:ext uri="{FF2B5EF4-FFF2-40B4-BE49-F238E27FC236}">
                    <a16:creationId xmlns:a16="http://schemas.microsoft.com/office/drawing/2014/main" id="{3633F31E-5E32-36BD-19E5-7BFFB53784F8}"/>
                  </a:ext>
                </a:extLst>
              </p:cNvPr>
              <p:cNvPicPr>
                <a:picLocks noChangeAspect="1"/>
              </p:cNvPicPr>
              <p:nvPr/>
            </p:nvPicPr>
            <p:blipFill>
              <a:blip r:embed="rId12"/>
              <a:stretch>
                <a:fillRect/>
              </a:stretch>
            </p:blipFill>
            <p:spPr>
              <a:xfrm>
                <a:off x="4971560" y="4903485"/>
                <a:ext cx="301671" cy="81403"/>
              </a:xfrm>
              <a:custGeom>
                <a:avLst/>
                <a:gdLst>
                  <a:gd name="connsiteX0" fmla="*/ 0 w 301671"/>
                  <a:gd name="connsiteY0" fmla="*/ 0 h 81403"/>
                  <a:gd name="connsiteX1" fmla="*/ 301671 w 301671"/>
                  <a:gd name="connsiteY1" fmla="*/ 0 h 81403"/>
                  <a:gd name="connsiteX2" fmla="*/ 301671 w 301671"/>
                  <a:gd name="connsiteY2" fmla="*/ 81403 h 81403"/>
                  <a:gd name="connsiteX3" fmla="*/ 0 w 301671"/>
                  <a:gd name="connsiteY3" fmla="*/ 81403 h 81403"/>
                </a:gdLst>
                <a:ahLst/>
                <a:cxnLst>
                  <a:cxn ang="0">
                    <a:pos x="connsiteX0" y="connsiteY0"/>
                  </a:cxn>
                  <a:cxn ang="0">
                    <a:pos x="connsiteX1" y="connsiteY1"/>
                  </a:cxn>
                  <a:cxn ang="0">
                    <a:pos x="connsiteX2" y="connsiteY2"/>
                  </a:cxn>
                  <a:cxn ang="0">
                    <a:pos x="connsiteX3" y="connsiteY3"/>
                  </a:cxn>
                </a:cxnLst>
                <a:rect l="l" t="t" r="r" b="b"/>
                <a:pathLst>
                  <a:path w="301671" h="81403">
                    <a:moveTo>
                      <a:pt x="0" y="0"/>
                    </a:moveTo>
                    <a:lnTo>
                      <a:pt x="301671" y="0"/>
                    </a:lnTo>
                    <a:lnTo>
                      <a:pt x="301671" y="81403"/>
                    </a:lnTo>
                    <a:lnTo>
                      <a:pt x="0" y="81403"/>
                    </a:lnTo>
                    <a:close/>
                  </a:path>
                </a:pathLst>
              </a:custGeom>
            </p:spPr>
          </p:pic>
        </p:grpSp>
        <p:grpSp>
          <p:nvGrpSpPr>
            <p:cNvPr id="307" name="Grafik 1">
              <a:extLst>
                <a:ext uri="{FF2B5EF4-FFF2-40B4-BE49-F238E27FC236}">
                  <a16:creationId xmlns:a16="http://schemas.microsoft.com/office/drawing/2014/main" id="{BDDCB797-A0DB-F486-2A6A-E6A9762D2489}"/>
                </a:ext>
              </a:extLst>
            </p:cNvPr>
            <p:cNvGrpSpPr/>
            <p:nvPr/>
          </p:nvGrpSpPr>
          <p:grpSpPr>
            <a:xfrm>
              <a:off x="5136761" y="5588231"/>
              <a:ext cx="287305" cy="383074"/>
              <a:chOff x="5136761" y="5588231"/>
              <a:chExt cx="287305" cy="383074"/>
            </a:xfrm>
          </p:grpSpPr>
          <p:grpSp>
            <p:nvGrpSpPr>
              <p:cNvPr id="308" name="Grafik 1">
                <a:extLst>
                  <a:ext uri="{FF2B5EF4-FFF2-40B4-BE49-F238E27FC236}">
                    <a16:creationId xmlns:a16="http://schemas.microsoft.com/office/drawing/2014/main" id="{0D53697A-A7FC-C8CC-1C62-CA1C37725855}"/>
                  </a:ext>
                </a:extLst>
              </p:cNvPr>
              <p:cNvGrpSpPr/>
              <p:nvPr/>
            </p:nvGrpSpPr>
            <p:grpSpPr>
              <a:xfrm>
                <a:off x="5136761" y="5588231"/>
                <a:ext cx="287305" cy="383074"/>
                <a:chOff x="5136761" y="5588231"/>
                <a:chExt cx="287305" cy="383074"/>
              </a:xfrm>
            </p:grpSpPr>
            <p:sp>
              <p:nvSpPr>
                <p:cNvPr id="309" name="Freihandform: Form 308">
                  <a:extLst>
                    <a:ext uri="{FF2B5EF4-FFF2-40B4-BE49-F238E27FC236}">
                      <a16:creationId xmlns:a16="http://schemas.microsoft.com/office/drawing/2014/main" id="{882AF4B7-1696-D911-0D06-185479F4A1FC}"/>
                    </a:ext>
                  </a:extLst>
                </p:cNvPr>
                <p:cNvSpPr/>
                <p:nvPr/>
              </p:nvSpPr>
              <p:spPr>
                <a:xfrm>
                  <a:off x="5136761"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310" name="Freihandform: Form 309">
                  <a:extLst>
                    <a:ext uri="{FF2B5EF4-FFF2-40B4-BE49-F238E27FC236}">
                      <a16:creationId xmlns:a16="http://schemas.microsoft.com/office/drawing/2014/main" id="{1DEB19DC-A62C-E2F0-F7A5-A51DCD73B2F8}"/>
                    </a:ext>
                  </a:extLst>
                </p:cNvPr>
                <p:cNvSpPr/>
                <p:nvPr/>
              </p:nvSpPr>
              <p:spPr>
                <a:xfrm>
                  <a:off x="5136761"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311" name="Grafik 310">
                <a:extLst>
                  <a:ext uri="{FF2B5EF4-FFF2-40B4-BE49-F238E27FC236}">
                    <a16:creationId xmlns:a16="http://schemas.microsoft.com/office/drawing/2014/main" id="{F8735292-0E33-6A97-3A0C-1DD628536950}"/>
                  </a:ext>
                </a:extLst>
              </p:cNvPr>
              <p:cNvPicPr>
                <a:picLocks noChangeAspect="1"/>
              </p:cNvPicPr>
              <p:nvPr/>
            </p:nvPicPr>
            <p:blipFill>
              <a:blip r:embed="rId13"/>
              <a:stretch>
                <a:fillRect/>
              </a:stretch>
            </p:blipFill>
            <p:spPr>
              <a:xfrm>
                <a:off x="5139155" y="5739066"/>
                <a:ext cx="277729" cy="220267"/>
              </a:xfrm>
              <a:custGeom>
                <a:avLst/>
                <a:gdLst>
                  <a:gd name="connsiteX0" fmla="*/ 0 w 277729"/>
                  <a:gd name="connsiteY0" fmla="*/ 0 h 220267"/>
                  <a:gd name="connsiteX1" fmla="*/ 277729 w 277729"/>
                  <a:gd name="connsiteY1" fmla="*/ 0 h 220267"/>
                  <a:gd name="connsiteX2" fmla="*/ 277729 w 277729"/>
                  <a:gd name="connsiteY2" fmla="*/ 220268 h 220267"/>
                  <a:gd name="connsiteX3" fmla="*/ 0 w 277729"/>
                  <a:gd name="connsiteY3" fmla="*/ 220268 h 220267"/>
                </a:gdLst>
                <a:ahLst/>
                <a:cxnLst>
                  <a:cxn ang="0">
                    <a:pos x="connsiteX0" y="connsiteY0"/>
                  </a:cxn>
                  <a:cxn ang="0">
                    <a:pos x="connsiteX1" y="connsiteY1"/>
                  </a:cxn>
                  <a:cxn ang="0">
                    <a:pos x="connsiteX2" y="connsiteY2"/>
                  </a:cxn>
                  <a:cxn ang="0">
                    <a:pos x="connsiteX3" y="connsiteY3"/>
                  </a:cxn>
                </a:cxnLst>
                <a:rect l="l" t="t" r="r" b="b"/>
                <a:pathLst>
                  <a:path w="277729" h="220267">
                    <a:moveTo>
                      <a:pt x="0" y="0"/>
                    </a:moveTo>
                    <a:lnTo>
                      <a:pt x="277729" y="0"/>
                    </a:lnTo>
                    <a:lnTo>
                      <a:pt x="277729" y="220268"/>
                    </a:lnTo>
                    <a:lnTo>
                      <a:pt x="0" y="220268"/>
                    </a:lnTo>
                    <a:close/>
                  </a:path>
                </a:pathLst>
              </a:custGeom>
            </p:spPr>
          </p:pic>
        </p:grpSp>
        <p:grpSp>
          <p:nvGrpSpPr>
            <p:cNvPr id="312" name="Grafik 1">
              <a:extLst>
                <a:ext uri="{FF2B5EF4-FFF2-40B4-BE49-F238E27FC236}">
                  <a16:creationId xmlns:a16="http://schemas.microsoft.com/office/drawing/2014/main" id="{3F057399-3BFF-D242-247B-0FD254BC02A1}"/>
                </a:ext>
              </a:extLst>
            </p:cNvPr>
            <p:cNvGrpSpPr/>
            <p:nvPr/>
          </p:nvGrpSpPr>
          <p:grpSpPr>
            <a:xfrm>
              <a:off x="6621175" y="5564288"/>
              <a:ext cx="287305" cy="383074"/>
              <a:chOff x="6621175" y="5564288"/>
              <a:chExt cx="287305" cy="383074"/>
            </a:xfrm>
          </p:grpSpPr>
          <p:grpSp>
            <p:nvGrpSpPr>
              <p:cNvPr id="313" name="Grafik 1">
                <a:extLst>
                  <a:ext uri="{FF2B5EF4-FFF2-40B4-BE49-F238E27FC236}">
                    <a16:creationId xmlns:a16="http://schemas.microsoft.com/office/drawing/2014/main" id="{C88B68F4-7E70-1EB1-6BF6-E31B7D00D2E1}"/>
                  </a:ext>
                </a:extLst>
              </p:cNvPr>
              <p:cNvGrpSpPr/>
              <p:nvPr/>
            </p:nvGrpSpPr>
            <p:grpSpPr>
              <a:xfrm>
                <a:off x="6621175" y="5564288"/>
                <a:ext cx="287305" cy="383074"/>
                <a:chOff x="6621175" y="5564288"/>
                <a:chExt cx="287305" cy="383074"/>
              </a:xfrm>
            </p:grpSpPr>
            <p:sp>
              <p:nvSpPr>
                <p:cNvPr id="314" name="Freihandform: Form 313">
                  <a:extLst>
                    <a:ext uri="{FF2B5EF4-FFF2-40B4-BE49-F238E27FC236}">
                      <a16:creationId xmlns:a16="http://schemas.microsoft.com/office/drawing/2014/main" id="{CDB81CD1-F508-C24C-0D9E-A4EF6C181F2C}"/>
                    </a:ext>
                  </a:extLst>
                </p:cNvPr>
                <p:cNvSpPr/>
                <p:nvPr/>
              </p:nvSpPr>
              <p:spPr>
                <a:xfrm>
                  <a:off x="6621175" y="5564288"/>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315" name="Freihandform: Form 314">
                  <a:extLst>
                    <a:ext uri="{FF2B5EF4-FFF2-40B4-BE49-F238E27FC236}">
                      <a16:creationId xmlns:a16="http://schemas.microsoft.com/office/drawing/2014/main" id="{9AC3140A-74A7-81CF-436C-365EC2391F21}"/>
                    </a:ext>
                  </a:extLst>
                </p:cNvPr>
                <p:cNvSpPr/>
                <p:nvPr/>
              </p:nvSpPr>
              <p:spPr>
                <a:xfrm>
                  <a:off x="6621175" y="5636115"/>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316" name="Grafik 315">
                <a:extLst>
                  <a:ext uri="{FF2B5EF4-FFF2-40B4-BE49-F238E27FC236}">
                    <a16:creationId xmlns:a16="http://schemas.microsoft.com/office/drawing/2014/main" id="{2DFEDF34-517F-2243-A894-BC447D068FD3}"/>
                  </a:ext>
                </a:extLst>
              </p:cNvPr>
              <p:cNvPicPr>
                <a:picLocks noChangeAspect="1"/>
              </p:cNvPicPr>
              <p:nvPr/>
            </p:nvPicPr>
            <p:blipFill>
              <a:blip r:embed="rId14"/>
              <a:stretch>
                <a:fillRect/>
              </a:stretch>
            </p:blipFill>
            <p:spPr>
              <a:xfrm>
                <a:off x="6623569" y="5784556"/>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317" name="Grafik 1">
              <a:extLst>
                <a:ext uri="{FF2B5EF4-FFF2-40B4-BE49-F238E27FC236}">
                  <a16:creationId xmlns:a16="http://schemas.microsoft.com/office/drawing/2014/main" id="{4E4E006F-D3FE-81FA-603B-8C538F1CF08A}"/>
                </a:ext>
              </a:extLst>
            </p:cNvPr>
            <p:cNvGrpSpPr/>
            <p:nvPr/>
          </p:nvGrpSpPr>
          <p:grpSpPr>
            <a:xfrm>
              <a:off x="7770399" y="5516404"/>
              <a:ext cx="287305" cy="383074"/>
              <a:chOff x="7770399" y="5516404"/>
              <a:chExt cx="287305" cy="383074"/>
            </a:xfrm>
          </p:grpSpPr>
          <p:grpSp>
            <p:nvGrpSpPr>
              <p:cNvPr id="318" name="Grafik 1">
                <a:extLst>
                  <a:ext uri="{FF2B5EF4-FFF2-40B4-BE49-F238E27FC236}">
                    <a16:creationId xmlns:a16="http://schemas.microsoft.com/office/drawing/2014/main" id="{E4E47955-0E0A-B9E5-BF91-A43F5ABA7009}"/>
                  </a:ext>
                </a:extLst>
              </p:cNvPr>
              <p:cNvGrpSpPr/>
              <p:nvPr/>
            </p:nvGrpSpPr>
            <p:grpSpPr>
              <a:xfrm>
                <a:off x="7770399" y="5516404"/>
                <a:ext cx="287305" cy="383074"/>
                <a:chOff x="7770399" y="5516404"/>
                <a:chExt cx="287305" cy="383074"/>
              </a:xfrm>
            </p:grpSpPr>
            <p:sp>
              <p:nvSpPr>
                <p:cNvPr id="319" name="Freihandform: Form 318">
                  <a:extLst>
                    <a:ext uri="{FF2B5EF4-FFF2-40B4-BE49-F238E27FC236}">
                      <a16:creationId xmlns:a16="http://schemas.microsoft.com/office/drawing/2014/main" id="{9223BFC0-87CA-1CBB-019E-C6F7DE42C500}"/>
                    </a:ext>
                  </a:extLst>
                </p:cNvPr>
                <p:cNvSpPr/>
                <p:nvPr/>
              </p:nvSpPr>
              <p:spPr>
                <a:xfrm>
                  <a:off x="7770399"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320" name="Freihandform: Form 319">
                  <a:extLst>
                    <a:ext uri="{FF2B5EF4-FFF2-40B4-BE49-F238E27FC236}">
                      <a16:creationId xmlns:a16="http://schemas.microsoft.com/office/drawing/2014/main" id="{DB57FC64-404C-1D84-5BE5-C61ACDE0405F}"/>
                    </a:ext>
                  </a:extLst>
                </p:cNvPr>
                <p:cNvSpPr/>
                <p:nvPr/>
              </p:nvSpPr>
              <p:spPr>
                <a:xfrm>
                  <a:off x="7770399"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321" name="Grafik 320">
                <a:extLst>
                  <a:ext uri="{FF2B5EF4-FFF2-40B4-BE49-F238E27FC236}">
                    <a16:creationId xmlns:a16="http://schemas.microsoft.com/office/drawing/2014/main" id="{EA99E5DB-5020-293D-CAC7-12B833E54095}"/>
                  </a:ext>
                </a:extLst>
              </p:cNvPr>
              <p:cNvPicPr>
                <a:picLocks noChangeAspect="1"/>
              </p:cNvPicPr>
              <p:nvPr/>
            </p:nvPicPr>
            <p:blipFill>
              <a:blip r:embed="rId15"/>
              <a:stretch>
                <a:fillRect/>
              </a:stretch>
            </p:blipFill>
            <p:spPr>
              <a:xfrm>
                <a:off x="7772793" y="5736672"/>
                <a:ext cx="277729" cy="81403"/>
              </a:xfrm>
              <a:custGeom>
                <a:avLst/>
                <a:gdLst>
                  <a:gd name="connsiteX0" fmla="*/ 0 w 277729"/>
                  <a:gd name="connsiteY0" fmla="*/ 0 h 81403"/>
                  <a:gd name="connsiteX1" fmla="*/ 277729 w 277729"/>
                  <a:gd name="connsiteY1" fmla="*/ 0 h 81403"/>
                  <a:gd name="connsiteX2" fmla="*/ 277729 w 277729"/>
                  <a:gd name="connsiteY2" fmla="*/ 81403 h 81403"/>
                  <a:gd name="connsiteX3" fmla="*/ 0 w 277729"/>
                  <a:gd name="connsiteY3" fmla="*/ 81403 h 81403"/>
                </a:gdLst>
                <a:ahLst/>
                <a:cxnLst>
                  <a:cxn ang="0">
                    <a:pos x="connsiteX0" y="connsiteY0"/>
                  </a:cxn>
                  <a:cxn ang="0">
                    <a:pos x="connsiteX1" y="connsiteY1"/>
                  </a:cxn>
                  <a:cxn ang="0">
                    <a:pos x="connsiteX2" y="connsiteY2"/>
                  </a:cxn>
                  <a:cxn ang="0">
                    <a:pos x="connsiteX3" y="connsiteY3"/>
                  </a:cxn>
                </a:cxnLst>
                <a:rect l="l" t="t" r="r" b="b"/>
                <a:pathLst>
                  <a:path w="277729" h="81403">
                    <a:moveTo>
                      <a:pt x="0" y="0"/>
                    </a:moveTo>
                    <a:lnTo>
                      <a:pt x="277729" y="0"/>
                    </a:lnTo>
                    <a:lnTo>
                      <a:pt x="277729" y="81403"/>
                    </a:lnTo>
                    <a:lnTo>
                      <a:pt x="0" y="81403"/>
                    </a:lnTo>
                    <a:close/>
                  </a:path>
                </a:pathLst>
              </a:custGeom>
            </p:spPr>
          </p:pic>
        </p:grpSp>
        <p:grpSp>
          <p:nvGrpSpPr>
            <p:cNvPr id="322" name="Grafik 1">
              <a:extLst>
                <a:ext uri="{FF2B5EF4-FFF2-40B4-BE49-F238E27FC236}">
                  <a16:creationId xmlns:a16="http://schemas.microsoft.com/office/drawing/2014/main" id="{E4F9C7B2-C86A-B0B0-A5E6-7D63991F9DCD}"/>
                </a:ext>
              </a:extLst>
            </p:cNvPr>
            <p:cNvGrpSpPr/>
            <p:nvPr/>
          </p:nvGrpSpPr>
          <p:grpSpPr>
            <a:xfrm>
              <a:off x="9494234" y="5588231"/>
              <a:ext cx="287305" cy="383074"/>
              <a:chOff x="9494234" y="5588231"/>
              <a:chExt cx="287305" cy="383074"/>
            </a:xfrm>
          </p:grpSpPr>
          <p:grpSp>
            <p:nvGrpSpPr>
              <p:cNvPr id="323" name="Grafik 1">
                <a:extLst>
                  <a:ext uri="{FF2B5EF4-FFF2-40B4-BE49-F238E27FC236}">
                    <a16:creationId xmlns:a16="http://schemas.microsoft.com/office/drawing/2014/main" id="{C376D455-0F87-0689-42CA-80530E7A38EF}"/>
                  </a:ext>
                </a:extLst>
              </p:cNvPr>
              <p:cNvGrpSpPr/>
              <p:nvPr/>
            </p:nvGrpSpPr>
            <p:grpSpPr>
              <a:xfrm>
                <a:off x="9494234" y="5588231"/>
                <a:ext cx="287305" cy="383074"/>
                <a:chOff x="9494234" y="5588231"/>
                <a:chExt cx="287305" cy="383074"/>
              </a:xfrm>
            </p:grpSpPr>
            <p:sp>
              <p:nvSpPr>
                <p:cNvPr id="324" name="Freihandform: Form 323">
                  <a:extLst>
                    <a:ext uri="{FF2B5EF4-FFF2-40B4-BE49-F238E27FC236}">
                      <a16:creationId xmlns:a16="http://schemas.microsoft.com/office/drawing/2014/main" id="{BA7CBAA9-6B7B-BF18-6169-56ABF17AA78B}"/>
                    </a:ext>
                  </a:extLst>
                </p:cNvPr>
                <p:cNvSpPr/>
                <p:nvPr/>
              </p:nvSpPr>
              <p:spPr>
                <a:xfrm>
                  <a:off x="9494234" y="5588231"/>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325" name="Freihandform: Form 324">
                  <a:extLst>
                    <a:ext uri="{FF2B5EF4-FFF2-40B4-BE49-F238E27FC236}">
                      <a16:creationId xmlns:a16="http://schemas.microsoft.com/office/drawing/2014/main" id="{A09D280E-16F6-0034-0F59-6C973F8878D7}"/>
                    </a:ext>
                  </a:extLst>
                </p:cNvPr>
                <p:cNvSpPr/>
                <p:nvPr/>
              </p:nvSpPr>
              <p:spPr>
                <a:xfrm>
                  <a:off x="9494234" y="5660057"/>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326" name="Grafik 325">
                <a:extLst>
                  <a:ext uri="{FF2B5EF4-FFF2-40B4-BE49-F238E27FC236}">
                    <a16:creationId xmlns:a16="http://schemas.microsoft.com/office/drawing/2014/main" id="{2B6491F8-69D4-62EF-C826-4D3159F6E569}"/>
                  </a:ext>
                </a:extLst>
              </p:cNvPr>
              <p:cNvPicPr>
                <a:picLocks noChangeAspect="1"/>
              </p:cNvPicPr>
              <p:nvPr/>
            </p:nvPicPr>
            <p:blipFill>
              <a:blip r:embed="rId16"/>
              <a:stretch>
                <a:fillRect/>
              </a:stretch>
            </p:blipFill>
            <p:spPr>
              <a:xfrm>
                <a:off x="9496628" y="5772585"/>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nvGrpSpPr>
            <p:cNvPr id="327" name="Grafik 1">
              <a:extLst>
                <a:ext uri="{FF2B5EF4-FFF2-40B4-BE49-F238E27FC236}">
                  <a16:creationId xmlns:a16="http://schemas.microsoft.com/office/drawing/2014/main" id="{FF6C2A30-AF3F-5D70-C7B3-A32975EA18A0}"/>
                </a:ext>
              </a:extLst>
            </p:cNvPr>
            <p:cNvGrpSpPr/>
            <p:nvPr/>
          </p:nvGrpSpPr>
          <p:grpSpPr>
            <a:xfrm>
              <a:off x="8201357" y="5516404"/>
              <a:ext cx="287305" cy="383074"/>
              <a:chOff x="8201357" y="5516404"/>
              <a:chExt cx="287305" cy="383074"/>
            </a:xfrm>
          </p:grpSpPr>
          <p:grpSp>
            <p:nvGrpSpPr>
              <p:cNvPr id="328" name="Grafik 1">
                <a:extLst>
                  <a:ext uri="{FF2B5EF4-FFF2-40B4-BE49-F238E27FC236}">
                    <a16:creationId xmlns:a16="http://schemas.microsoft.com/office/drawing/2014/main" id="{C797268A-1661-6990-4138-14395F763592}"/>
                  </a:ext>
                </a:extLst>
              </p:cNvPr>
              <p:cNvGrpSpPr/>
              <p:nvPr/>
            </p:nvGrpSpPr>
            <p:grpSpPr>
              <a:xfrm>
                <a:off x="8201357" y="5516404"/>
                <a:ext cx="287305" cy="383074"/>
                <a:chOff x="8201357" y="5516404"/>
                <a:chExt cx="287305" cy="383074"/>
              </a:xfrm>
            </p:grpSpPr>
            <p:sp>
              <p:nvSpPr>
                <p:cNvPr id="329" name="Freihandform: Form 328">
                  <a:extLst>
                    <a:ext uri="{FF2B5EF4-FFF2-40B4-BE49-F238E27FC236}">
                      <a16:creationId xmlns:a16="http://schemas.microsoft.com/office/drawing/2014/main" id="{ECD460E8-1BCF-22DA-7883-C1AFFC7214A7}"/>
                    </a:ext>
                  </a:extLst>
                </p:cNvPr>
                <p:cNvSpPr/>
                <p:nvPr/>
              </p:nvSpPr>
              <p:spPr>
                <a:xfrm>
                  <a:off x="8201357" y="5516404"/>
                  <a:ext cx="287305" cy="383074"/>
                </a:xfrm>
                <a:custGeom>
                  <a:avLst/>
                  <a:gdLst>
                    <a:gd name="connsiteX0" fmla="*/ 1 w 287305"/>
                    <a:gd name="connsiteY0" fmla="*/ 71827 h 383074"/>
                    <a:gd name="connsiteX1" fmla="*/ 143653 w 287305"/>
                    <a:gd name="connsiteY1" fmla="*/ 1 h 383074"/>
                    <a:gd name="connsiteX2" fmla="*/ 245216 w 287305"/>
                    <a:gd name="connsiteY2" fmla="*/ 21022 h 383074"/>
                    <a:gd name="connsiteX3" fmla="*/ 287306 w 287305"/>
                    <a:gd name="connsiteY3" fmla="*/ 71827 h 383074"/>
                    <a:gd name="connsiteX4" fmla="*/ 287306 w 287305"/>
                    <a:gd name="connsiteY4" fmla="*/ 311249 h 383074"/>
                    <a:gd name="connsiteX5" fmla="*/ 143653 w 287305"/>
                    <a:gd name="connsiteY5" fmla="*/ 383075 h 383074"/>
                    <a:gd name="connsiteX6" fmla="*/ 1 w 287305"/>
                    <a:gd name="connsiteY6" fmla="*/ 311249 h 38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305" h="383074">
                      <a:moveTo>
                        <a:pt x="1" y="71827"/>
                      </a:moveTo>
                      <a:cubicBezTo>
                        <a:pt x="1" y="32179"/>
                        <a:pt x="64309" y="1"/>
                        <a:pt x="143653" y="1"/>
                      </a:cubicBezTo>
                      <a:cubicBezTo>
                        <a:pt x="181769" y="1"/>
                        <a:pt x="218305" y="7566"/>
                        <a:pt x="245216" y="21022"/>
                      </a:cubicBezTo>
                      <a:cubicBezTo>
                        <a:pt x="272175" y="34525"/>
                        <a:pt x="287306" y="52769"/>
                        <a:pt x="287306" y="71827"/>
                      </a:cubicBezTo>
                      <a:lnTo>
                        <a:pt x="287306" y="311249"/>
                      </a:lnTo>
                      <a:cubicBezTo>
                        <a:pt x="287306" y="350897"/>
                        <a:pt x="222998" y="383075"/>
                        <a:pt x="143653" y="383075"/>
                      </a:cubicBezTo>
                      <a:cubicBezTo>
                        <a:pt x="64309" y="383075"/>
                        <a:pt x="1" y="350897"/>
                        <a:pt x="1" y="311249"/>
                      </a:cubicBezTo>
                      <a:close/>
                    </a:path>
                  </a:pathLst>
                </a:custGeom>
                <a:solidFill>
                  <a:srgbClr val="FFFFFF"/>
                </a:solidFill>
                <a:ln w="4785" cap="flat">
                  <a:solidFill>
                    <a:srgbClr val="000000"/>
                  </a:solidFill>
                  <a:prstDash val="solid"/>
                  <a:miter/>
                </a:ln>
              </p:spPr>
              <p:txBody>
                <a:bodyPr rtlCol="0" anchor="ctr"/>
                <a:lstStyle/>
                <a:p>
                  <a:endParaRPr lang="de-DE"/>
                </a:p>
              </p:txBody>
            </p:sp>
            <p:sp>
              <p:nvSpPr>
                <p:cNvPr id="330" name="Freihandform: Form 329">
                  <a:extLst>
                    <a:ext uri="{FF2B5EF4-FFF2-40B4-BE49-F238E27FC236}">
                      <a16:creationId xmlns:a16="http://schemas.microsoft.com/office/drawing/2014/main" id="{5D9235A3-6667-BF23-EA24-3FA11E3ECDD0}"/>
                    </a:ext>
                  </a:extLst>
                </p:cNvPr>
                <p:cNvSpPr/>
                <p:nvPr/>
              </p:nvSpPr>
              <p:spPr>
                <a:xfrm>
                  <a:off x="8201357" y="5588231"/>
                  <a:ext cx="287305" cy="71826"/>
                </a:xfrm>
                <a:custGeom>
                  <a:avLst/>
                  <a:gdLst>
                    <a:gd name="connsiteX0" fmla="*/ 287306 w 287305"/>
                    <a:gd name="connsiteY0" fmla="*/ 1 h 71826"/>
                    <a:gd name="connsiteX1" fmla="*/ 143653 w 287305"/>
                    <a:gd name="connsiteY1" fmla="*/ 71827 h 71826"/>
                    <a:gd name="connsiteX2" fmla="*/ 1 w 287305"/>
                    <a:gd name="connsiteY2" fmla="*/ 1 h 71826"/>
                  </a:gdLst>
                  <a:ahLst/>
                  <a:cxnLst>
                    <a:cxn ang="0">
                      <a:pos x="connsiteX0" y="connsiteY0"/>
                    </a:cxn>
                    <a:cxn ang="0">
                      <a:pos x="connsiteX1" y="connsiteY1"/>
                    </a:cxn>
                    <a:cxn ang="0">
                      <a:pos x="connsiteX2" y="connsiteY2"/>
                    </a:cxn>
                  </a:cxnLst>
                  <a:rect l="l" t="t" r="r" b="b"/>
                  <a:pathLst>
                    <a:path w="287305" h="71826">
                      <a:moveTo>
                        <a:pt x="287306" y="1"/>
                      </a:moveTo>
                      <a:cubicBezTo>
                        <a:pt x="287306" y="39649"/>
                        <a:pt x="222998" y="71827"/>
                        <a:pt x="143653" y="71827"/>
                      </a:cubicBezTo>
                      <a:cubicBezTo>
                        <a:pt x="64309" y="71827"/>
                        <a:pt x="1" y="39649"/>
                        <a:pt x="1" y="1"/>
                      </a:cubicBezTo>
                    </a:path>
                  </a:pathLst>
                </a:custGeom>
                <a:noFill/>
                <a:ln w="4785" cap="flat">
                  <a:solidFill>
                    <a:srgbClr val="000000"/>
                  </a:solidFill>
                  <a:prstDash val="solid"/>
                  <a:miter/>
                </a:ln>
              </p:spPr>
              <p:txBody>
                <a:bodyPr rtlCol="0" anchor="ctr"/>
                <a:lstStyle/>
                <a:p>
                  <a:endParaRPr lang="de-DE"/>
                </a:p>
              </p:txBody>
            </p:sp>
          </p:grpSp>
          <p:pic>
            <p:nvPicPr>
              <p:cNvPr id="331" name="Grafik 330">
                <a:extLst>
                  <a:ext uri="{FF2B5EF4-FFF2-40B4-BE49-F238E27FC236}">
                    <a16:creationId xmlns:a16="http://schemas.microsoft.com/office/drawing/2014/main" id="{F34DCF34-9781-DD0A-1E57-8D30DA5515F1}"/>
                  </a:ext>
                </a:extLst>
              </p:cNvPr>
              <p:cNvPicPr>
                <a:picLocks noChangeAspect="1"/>
              </p:cNvPicPr>
              <p:nvPr/>
            </p:nvPicPr>
            <p:blipFill>
              <a:blip r:embed="rId17"/>
              <a:stretch>
                <a:fillRect/>
              </a:stretch>
            </p:blipFill>
            <p:spPr>
              <a:xfrm>
                <a:off x="8203752" y="5700759"/>
                <a:ext cx="277729" cy="153229"/>
              </a:xfrm>
              <a:custGeom>
                <a:avLst/>
                <a:gdLst>
                  <a:gd name="connsiteX0" fmla="*/ 0 w 277729"/>
                  <a:gd name="connsiteY0" fmla="*/ 0 h 153229"/>
                  <a:gd name="connsiteX1" fmla="*/ 277729 w 277729"/>
                  <a:gd name="connsiteY1" fmla="*/ 0 h 153229"/>
                  <a:gd name="connsiteX2" fmla="*/ 277729 w 277729"/>
                  <a:gd name="connsiteY2" fmla="*/ 153230 h 153229"/>
                  <a:gd name="connsiteX3" fmla="*/ 0 w 277729"/>
                  <a:gd name="connsiteY3" fmla="*/ 153230 h 153229"/>
                </a:gdLst>
                <a:ahLst/>
                <a:cxnLst>
                  <a:cxn ang="0">
                    <a:pos x="connsiteX0" y="connsiteY0"/>
                  </a:cxn>
                  <a:cxn ang="0">
                    <a:pos x="connsiteX1" y="connsiteY1"/>
                  </a:cxn>
                  <a:cxn ang="0">
                    <a:pos x="connsiteX2" y="connsiteY2"/>
                  </a:cxn>
                  <a:cxn ang="0">
                    <a:pos x="connsiteX3" y="connsiteY3"/>
                  </a:cxn>
                </a:cxnLst>
                <a:rect l="l" t="t" r="r" b="b"/>
                <a:pathLst>
                  <a:path w="277729" h="153229">
                    <a:moveTo>
                      <a:pt x="0" y="0"/>
                    </a:moveTo>
                    <a:lnTo>
                      <a:pt x="277729" y="0"/>
                    </a:lnTo>
                    <a:lnTo>
                      <a:pt x="277729" y="153230"/>
                    </a:lnTo>
                    <a:lnTo>
                      <a:pt x="0" y="153230"/>
                    </a:lnTo>
                    <a:close/>
                  </a:path>
                </a:pathLst>
              </a:custGeom>
            </p:spPr>
          </p:pic>
        </p:grpSp>
      </p:grpSp>
    </p:spTree>
    <p:extLst>
      <p:ext uri="{BB962C8B-B14F-4D97-AF65-F5344CB8AC3E}">
        <p14:creationId xmlns:p14="http://schemas.microsoft.com/office/powerpoint/2010/main" val="941592221"/>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normAutofit/>
          </a:bodyPr>
          <a:lstStyle/>
          <a:p>
            <a:r>
              <a:rPr lang="de-DE"/>
              <a:t>Softwarearchitektur</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39"/>
            <a:ext cx="8971550" cy="3490689"/>
          </a:xfrm>
        </p:spPr>
        <p:txBody>
          <a:bodyPr vert="horz" lIns="91440" tIns="45720" rIns="91440" bIns="45720" rtlCol="0" anchor="t">
            <a:noAutofit/>
          </a:bodyPr>
          <a:lstStyle/>
          <a:p>
            <a:r>
              <a:rPr lang="de-DE" sz="2400"/>
              <a:t>Verzicht auf Backend-for-Frontend (MVP)</a:t>
            </a:r>
          </a:p>
          <a:p>
            <a:r>
              <a:rPr lang="de-DE" sz="2400"/>
              <a:t>Backend-Services sind durch </a:t>
            </a:r>
            <a:r>
              <a:rPr lang="de-DE" sz="2400" err="1"/>
              <a:t>OpenAPI</a:t>
            </a:r>
            <a:r>
              <a:rPr lang="de-DE" sz="2400"/>
              <a:t> dokumentiert</a:t>
            </a:r>
          </a:p>
          <a:p>
            <a:r>
              <a:rPr lang="de-DE" sz="2400"/>
              <a:t>WebUI aggregiert Daten von REST-APIs</a:t>
            </a:r>
          </a:p>
          <a:p>
            <a:r>
              <a:rPr lang="de-DE" sz="2400"/>
              <a:t>Server-</a:t>
            </a:r>
            <a:r>
              <a:rPr lang="de-DE" sz="2400" err="1"/>
              <a:t>Sent</a:t>
            </a:r>
            <a:r>
              <a:rPr lang="de-DE" sz="2400"/>
              <a:t>-Events (SSE) </a:t>
            </a:r>
            <a:br>
              <a:rPr lang="de-DE" sz="2400"/>
            </a:br>
            <a:r>
              <a:rPr lang="de-DE" sz="2400"/>
              <a:t>erlauben Benachrichtigungen in</a:t>
            </a:r>
            <a:br>
              <a:rPr lang="de-DE" sz="2400"/>
            </a:br>
            <a:r>
              <a:rPr lang="de-DE" sz="2400"/>
              <a:t>Echtzeit</a:t>
            </a:r>
            <a:br>
              <a:rPr lang="de-DE" sz="2400"/>
            </a:br>
            <a:endParaRPr lang="de-DE" sz="2400"/>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10</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err="1"/>
              <a:t>Komponente</a:t>
            </a:r>
            <a:r>
              <a:rPr lang="en-US" sz="2800" i="1"/>
              <a:t>: </a:t>
            </a:r>
            <a:r>
              <a:rPr lang="en-US" sz="2800" i="1" err="1"/>
              <a:t>WebUI</a:t>
            </a:r>
            <a:endParaRPr lang="en-US" sz="2800" i="1"/>
          </a:p>
        </p:txBody>
      </p:sp>
      <p:pic>
        <p:nvPicPr>
          <p:cNvPr id="8" name="Picture 7">
            <a:extLst>
              <a:ext uri="{FF2B5EF4-FFF2-40B4-BE49-F238E27FC236}">
                <a16:creationId xmlns:a16="http://schemas.microsoft.com/office/drawing/2014/main" id="{672E081C-F88C-8E4F-5BA4-6CE78504BB10}"/>
              </a:ext>
            </a:extLst>
          </p:cNvPr>
          <p:cNvPicPr>
            <a:picLocks noChangeAspect="1"/>
          </p:cNvPicPr>
          <p:nvPr/>
        </p:nvPicPr>
        <p:blipFill>
          <a:blip r:embed="rId3"/>
          <a:srcRect r="28155" b="-270"/>
          <a:stretch>
            <a:fillRect/>
          </a:stretch>
        </p:blipFill>
        <p:spPr>
          <a:xfrm>
            <a:off x="5987143" y="4485306"/>
            <a:ext cx="5515436" cy="1697407"/>
          </a:xfrm>
          <a:prstGeom prst="rect">
            <a:avLst/>
          </a:prstGeom>
        </p:spPr>
      </p:pic>
    </p:spTree>
    <p:extLst>
      <p:ext uri="{BB962C8B-B14F-4D97-AF65-F5344CB8AC3E}">
        <p14:creationId xmlns:p14="http://schemas.microsoft.com/office/powerpoint/2010/main" val="1173396260"/>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normAutofit/>
          </a:bodyPr>
          <a:lstStyle/>
          <a:p>
            <a:r>
              <a:rPr lang="de-DE"/>
              <a:t>Implementierung</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369738"/>
            <a:ext cx="5287501" cy="3702705"/>
          </a:xfrm>
        </p:spPr>
        <p:txBody>
          <a:bodyPr vert="horz" lIns="91440" tIns="45720" rIns="91440" bIns="45720" rtlCol="0" anchor="t">
            <a:noAutofit/>
          </a:bodyPr>
          <a:lstStyle/>
          <a:p>
            <a:pPr marL="0" indent="0">
              <a:buNone/>
            </a:pPr>
            <a:r>
              <a:rPr lang="de-DE" sz="2400"/>
              <a:t>Frontend</a:t>
            </a:r>
            <a:endParaRPr lang="en-US" sz="2400"/>
          </a:p>
          <a:p>
            <a:r>
              <a:rPr lang="de-DE" sz="2400"/>
              <a:t>React mit Vite</a:t>
            </a:r>
          </a:p>
          <a:p>
            <a:r>
              <a:rPr lang="de-DE" sz="2400"/>
              <a:t>Material UI</a:t>
            </a:r>
          </a:p>
          <a:p>
            <a:pPr marL="0" indent="0">
              <a:buNone/>
            </a:pPr>
            <a:r>
              <a:rPr lang="de-DE" sz="2400"/>
              <a:t>Backend</a:t>
            </a:r>
          </a:p>
          <a:p>
            <a:r>
              <a:rPr lang="de-DE" sz="2400"/>
              <a:t>Java (25) mit Maven</a:t>
            </a:r>
          </a:p>
          <a:p>
            <a:r>
              <a:rPr lang="de-DE" sz="2400"/>
              <a:t>Spring Boot 4.x</a:t>
            </a:r>
          </a:p>
          <a:p>
            <a:r>
              <a:rPr lang="de-DE" sz="2400"/>
              <a:t>Lombok</a:t>
            </a:r>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11</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err="1"/>
              <a:t>Techstack</a:t>
            </a:r>
            <a:r>
              <a:rPr lang="en-US" sz="2800" i="1"/>
              <a:t> und Repository</a:t>
            </a:r>
          </a:p>
        </p:txBody>
      </p:sp>
      <p:sp>
        <p:nvSpPr>
          <p:cNvPr id="11" name="Content Placeholder 2">
            <a:extLst>
              <a:ext uri="{FF2B5EF4-FFF2-40B4-BE49-F238E27FC236}">
                <a16:creationId xmlns:a16="http://schemas.microsoft.com/office/drawing/2014/main" id="{F0241B8F-D823-C95F-36B8-FD0A376013FC}"/>
              </a:ext>
            </a:extLst>
          </p:cNvPr>
          <p:cNvSpPr txBox="1">
            <a:spLocks/>
          </p:cNvSpPr>
          <p:nvPr/>
        </p:nvSpPr>
        <p:spPr>
          <a:xfrm>
            <a:off x="6093542" y="2370998"/>
            <a:ext cx="5287501" cy="3702705"/>
          </a:xfrm>
          <a:prstGeom prst="rect">
            <a:avLst/>
          </a:prstGeom>
        </p:spPr>
        <p:txBody>
          <a:bodyPr vert="horz" lIns="91440" tIns="45720" rIns="91440" bIns="45720" rtlCol="0" anchor="t">
            <a:noAutofit/>
          </a:bodyPr>
          <a:lstStyle>
            <a:lvl1pPr marL="228600" indent="-228600" algn="l" defTabSz="914400" rtl="0" eaLnBrk="1" latinLnBrk="0" hangingPunct="1">
              <a:lnSpc>
                <a:spcPct val="130000"/>
              </a:lnSpc>
              <a:spcBef>
                <a:spcPts val="1000"/>
              </a:spcBef>
              <a:buSzPct val="85000"/>
              <a:buFont typeface="Arial" panose="020B0604020202020204" pitchFamily="34" charset="0"/>
              <a:buChar char="•"/>
              <a:defRPr sz="2800" kern="1200">
                <a:solidFill>
                  <a:schemeClr val="tx1"/>
                </a:solidFill>
                <a:latin typeface="+mj-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2400" kern="1200">
                <a:solidFill>
                  <a:schemeClr val="tx1"/>
                </a:solidFill>
                <a:latin typeface="+mj-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2000" kern="1200">
                <a:solidFill>
                  <a:schemeClr val="tx1"/>
                </a:solidFill>
                <a:latin typeface="+mj-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j-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de-DE" sz="2400" err="1"/>
              <a:t>Monorepo</a:t>
            </a:r>
          </a:p>
          <a:p>
            <a:pPr marL="342900" indent="-342900"/>
            <a:r>
              <a:rPr lang="de-DE" sz="2400"/>
              <a:t>Verzeichnis pro Microservice:</a:t>
            </a:r>
            <a:endParaRPr lang="de-DE"/>
          </a:p>
          <a:p>
            <a:pPr marL="571500" lvl="1" indent="-342900">
              <a:buFont typeface="Courier New" panose="020B0604020202020204" pitchFamily="34" charset="0"/>
              <a:buChar char="o"/>
            </a:pPr>
            <a:r>
              <a:rPr lang="de-DE" sz="2000"/>
              <a:t>(</a:t>
            </a:r>
            <a:r>
              <a:rPr lang="de-DE" sz="2000" err="1"/>
              <a:t>configuration</a:t>
            </a:r>
            <a:r>
              <a:rPr lang="de-DE" sz="2000"/>
              <a:t>, </a:t>
            </a:r>
            <a:r>
              <a:rPr lang="de-DE" sz="2000" err="1"/>
              <a:t>matching</a:t>
            </a:r>
            <a:r>
              <a:rPr lang="de-DE" sz="2000"/>
              <a:t>, </a:t>
            </a:r>
            <a:r>
              <a:rPr lang="de-DE" sz="2000" err="1"/>
              <a:t>submission</a:t>
            </a:r>
            <a:r>
              <a:rPr lang="de-DE" sz="2000"/>
              <a:t>, </a:t>
            </a:r>
            <a:r>
              <a:rPr lang="de-DE" sz="2000" err="1"/>
              <a:t>response</a:t>
            </a:r>
            <a:r>
              <a:rPr lang="de-DE" sz="2000"/>
              <a:t>, </a:t>
            </a:r>
            <a:r>
              <a:rPr lang="de-DE" sz="2000" err="1"/>
              <a:t>communication</a:t>
            </a:r>
            <a:r>
              <a:rPr lang="de-DE" sz="2000"/>
              <a:t>, </a:t>
            </a:r>
            <a:r>
              <a:rPr lang="de-DE" sz="2000" err="1"/>
              <a:t>notification</a:t>
            </a:r>
            <a:r>
              <a:rPr lang="de-DE" sz="2000"/>
              <a:t>, </a:t>
            </a:r>
            <a:r>
              <a:rPr lang="de-DE" sz="2000" err="1"/>
              <a:t>user</a:t>
            </a:r>
            <a:r>
              <a:rPr lang="de-DE" sz="2000"/>
              <a:t>, web-ui)</a:t>
            </a:r>
          </a:p>
          <a:p>
            <a:r>
              <a:rPr lang="de-DE" sz="2400" err="1"/>
              <a:t>Shared</a:t>
            </a:r>
            <a:r>
              <a:rPr lang="de-DE" sz="2400"/>
              <a:t>: </a:t>
            </a:r>
            <a:r>
              <a:rPr lang="de-DE" sz="2400" err="1"/>
              <a:t>api</a:t>
            </a:r>
            <a:r>
              <a:rPr lang="de-DE" sz="2400"/>
              <a:t>-client</a:t>
            </a:r>
          </a:p>
          <a:p>
            <a:r>
              <a:rPr lang="de-DE" sz="2400"/>
              <a:t>Template: </a:t>
            </a:r>
            <a:r>
              <a:rPr lang="de-DE" sz="2400" err="1"/>
              <a:t>templateEcsService</a:t>
            </a:r>
          </a:p>
        </p:txBody>
      </p:sp>
    </p:spTree>
    <p:extLst>
      <p:ext uri="{BB962C8B-B14F-4D97-AF65-F5344CB8AC3E}">
        <p14:creationId xmlns:p14="http://schemas.microsoft.com/office/powerpoint/2010/main" val="439080082"/>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normAutofit/>
          </a:bodyPr>
          <a:lstStyle/>
          <a:p>
            <a:r>
              <a:rPr lang="de-DE"/>
              <a:t>Implementierung </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39"/>
            <a:ext cx="10778939" cy="3583052"/>
          </a:xfrm>
        </p:spPr>
        <p:txBody>
          <a:bodyPr vert="horz" lIns="91440" tIns="45720" rIns="91440" bIns="45720" rtlCol="0" anchor="t">
            <a:noAutofit/>
          </a:bodyPr>
          <a:lstStyle/>
          <a:p>
            <a:pPr marL="0" indent="0">
              <a:buNone/>
            </a:pPr>
            <a:r>
              <a:rPr lang="de-DE" sz="2400"/>
              <a:t>Grundarchitektur + Infrastruktur</a:t>
            </a:r>
            <a:endParaRPr lang="en-US" sz="2400"/>
          </a:p>
          <a:p>
            <a:r>
              <a:rPr lang="de-DE" sz="2400"/>
              <a:t>VPC, ECS-Cluster, </a:t>
            </a:r>
            <a:r>
              <a:rPr lang="de-DE" sz="2400" err="1"/>
              <a:t>CloudMap</a:t>
            </a:r>
            <a:r>
              <a:rPr lang="de-DE" sz="2400"/>
              <a:t>, S3, </a:t>
            </a:r>
            <a:r>
              <a:rPr lang="de-DE" sz="2400" err="1"/>
              <a:t>DynamoDB</a:t>
            </a:r>
            <a:r>
              <a:rPr lang="de-DE" sz="2400"/>
              <a:t>, </a:t>
            </a:r>
            <a:r>
              <a:rPr lang="de-DE" sz="2400" err="1"/>
              <a:t>Cognito</a:t>
            </a:r>
            <a:r>
              <a:rPr lang="de-DE" sz="2400"/>
              <a:t>, SQS, </a:t>
            </a:r>
            <a:r>
              <a:rPr lang="de-DE" sz="2400" err="1"/>
              <a:t>CloudFront</a:t>
            </a:r>
            <a:r>
              <a:rPr lang="de-DE" sz="2400"/>
              <a:t>, alle CDK-Stacks selbst definiert</a:t>
            </a:r>
          </a:p>
          <a:p>
            <a:pPr marL="0" indent="0">
              <a:buNone/>
            </a:pPr>
            <a:r>
              <a:rPr lang="de-DE" sz="2400"/>
              <a:t>Template-Service </a:t>
            </a:r>
          </a:p>
          <a:p>
            <a:r>
              <a:rPr lang="de-DE" sz="2600"/>
              <a:t>Vorlage für die KI-Agenten</a:t>
            </a:r>
          </a:p>
          <a:p>
            <a:pPr marL="0" indent="0">
              <a:buNone/>
            </a:pPr>
            <a:r>
              <a:rPr lang="de-DE" sz="2600"/>
              <a:t>Implementierung der Microservices mittels Claude Code &amp; Antigravity</a:t>
            </a:r>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12</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a:t>AI Driven Development</a:t>
            </a:r>
          </a:p>
        </p:txBody>
      </p:sp>
    </p:spTree>
    <p:extLst>
      <p:ext uri="{BB962C8B-B14F-4D97-AF65-F5344CB8AC3E}">
        <p14:creationId xmlns:p14="http://schemas.microsoft.com/office/powerpoint/2010/main" val="3235809870"/>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lstStyle/>
          <a:p>
            <a:r>
              <a:rPr lang="de-DE" err="1"/>
              <a:t>Deployment</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39"/>
            <a:ext cx="5923550" cy="3240893"/>
          </a:xfrm>
        </p:spPr>
        <p:txBody>
          <a:bodyPr vert="horz" lIns="91440" tIns="45720" rIns="91440" bIns="45720" rtlCol="0" anchor="t">
            <a:noAutofit/>
          </a:bodyPr>
          <a:lstStyle/>
          <a:p>
            <a:r>
              <a:rPr lang="de-DE" sz="2400" err="1"/>
              <a:t>Deployed</a:t>
            </a:r>
            <a:r>
              <a:rPr lang="de-DE" sz="2400"/>
              <a:t> durch wiederverwendbare GitHub Actions Pipeline </a:t>
            </a:r>
          </a:p>
          <a:p>
            <a:r>
              <a:rPr lang="de-DE" sz="2400"/>
              <a:t>Infrastruktur vollständig abgebildet durch Infrastructure as Code in CDK</a:t>
            </a:r>
          </a:p>
          <a:p>
            <a:r>
              <a:rPr lang="de-DE" sz="2400" err="1"/>
              <a:t>Continues</a:t>
            </a:r>
            <a:r>
              <a:rPr lang="de-DE" sz="2400"/>
              <a:t> </a:t>
            </a:r>
            <a:r>
              <a:rPr lang="de-DE" sz="2400" err="1"/>
              <a:t>Deployment</a:t>
            </a:r>
            <a:r>
              <a:rPr lang="de-DE" sz="2400"/>
              <a:t> bei dem </a:t>
            </a:r>
            <a:r>
              <a:rPr lang="de-DE" sz="2400" err="1"/>
              <a:t>Merge</a:t>
            </a:r>
            <a:r>
              <a:rPr lang="de-DE" sz="2400"/>
              <a:t> on Master</a:t>
            </a:r>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13</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92153"/>
            <a:ext cx="51785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a:t>GitHub Actions und AWS CDK</a:t>
            </a:r>
          </a:p>
        </p:txBody>
      </p:sp>
      <p:pic>
        <p:nvPicPr>
          <p:cNvPr id="1026" name="Picture 2" descr="GitHub Actions - Visual Studio Marketplace">
            <a:extLst>
              <a:ext uri="{FF2B5EF4-FFF2-40B4-BE49-F238E27FC236}">
                <a16:creationId xmlns:a16="http://schemas.microsoft.com/office/drawing/2014/main" id="{2FC5D4CD-3B72-9277-A84C-E7F499216D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3527" y="2113379"/>
            <a:ext cx="1959429" cy="19594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veloping enterprise application patterns with the AWS CDK | AWS DevOps &amp;  Developer Productivity Blog">
            <a:extLst>
              <a:ext uri="{FF2B5EF4-FFF2-40B4-BE49-F238E27FC236}">
                <a16:creationId xmlns:a16="http://schemas.microsoft.com/office/drawing/2014/main" id="{654D1F89-43E4-A9EA-C902-68E1AEE2D5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439" y="4755726"/>
            <a:ext cx="3295650" cy="1245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004157"/>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lstStyle/>
          <a:p>
            <a:r>
              <a:rPr lang="de-DE"/>
              <a:t>Deployment</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570839"/>
            <a:ext cx="5691321" cy="3106060"/>
          </a:xfrm>
        </p:spPr>
        <p:txBody>
          <a:bodyPr vert="horz" lIns="91440" tIns="45720" rIns="91440" bIns="45720" rtlCol="0" anchor="t">
            <a:noAutofit/>
          </a:bodyPr>
          <a:lstStyle/>
          <a:p>
            <a:r>
              <a:rPr lang="de-DE" sz="2600"/>
              <a:t>Author: Single Blind anlegen</a:t>
            </a:r>
          </a:p>
          <a:p>
            <a:r>
              <a:rPr lang="de-DE" sz="2600"/>
              <a:t>Admin: Für Dritte Open Review anlegen</a:t>
            </a:r>
          </a:p>
          <a:p>
            <a:r>
              <a:rPr lang="de-DE" sz="2600"/>
              <a:t>Miteinander chatten</a:t>
            </a:r>
          </a:p>
          <a:p>
            <a:r>
              <a:rPr lang="de-DE" sz="2600" err="1"/>
              <a:t>Adminoberfläche</a:t>
            </a:r>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14</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a:t>Demo</a:t>
            </a:r>
          </a:p>
        </p:txBody>
      </p:sp>
      <p:pic>
        <p:nvPicPr>
          <p:cNvPr id="10" name="Picture 9">
            <a:extLst>
              <a:ext uri="{FF2B5EF4-FFF2-40B4-BE49-F238E27FC236}">
                <a16:creationId xmlns:a16="http://schemas.microsoft.com/office/drawing/2014/main" id="{F80C9193-44A0-330C-91C9-B83F8BB2AE7A}"/>
              </a:ext>
            </a:extLst>
          </p:cNvPr>
          <p:cNvPicPr>
            <a:picLocks noChangeAspect="1"/>
          </p:cNvPicPr>
          <p:nvPr/>
        </p:nvPicPr>
        <p:blipFill>
          <a:blip r:embed="rId3"/>
          <a:stretch>
            <a:fillRect/>
          </a:stretch>
        </p:blipFill>
        <p:spPr>
          <a:xfrm>
            <a:off x="6330478" y="2148115"/>
            <a:ext cx="4952129" cy="3751942"/>
          </a:xfrm>
          <a:prstGeom prst="rect">
            <a:avLst/>
          </a:prstGeom>
        </p:spPr>
      </p:pic>
      <p:sp>
        <p:nvSpPr>
          <p:cNvPr id="11" name="TextBox 10">
            <a:extLst>
              <a:ext uri="{FF2B5EF4-FFF2-40B4-BE49-F238E27FC236}">
                <a16:creationId xmlns:a16="http://schemas.microsoft.com/office/drawing/2014/main" id="{9A83FE3F-3B7F-5FB4-1F24-340EBF4143E2}"/>
              </a:ext>
            </a:extLst>
          </p:cNvPr>
          <p:cNvSpPr txBox="1"/>
          <p:nvPr/>
        </p:nvSpPr>
        <p:spPr>
          <a:xfrm>
            <a:off x="6449715" y="5975432"/>
            <a:ext cx="47244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mn-lt"/>
                <a:cs typeface="+mn-lt"/>
                <a:hlinkClick r:id="rId4"/>
              </a:rPr>
              <a:t>msa26-peer-review.fh-wedel.dev</a:t>
            </a:r>
            <a:endParaRPr lang="en-US" dirty="0">
              <a:hlinkClick r:id="rId4"/>
            </a:endParaRPr>
          </a:p>
        </p:txBody>
      </p:sp>
    </p:spTree>
    <p:extLst>
      <p:ext uri="{BB962C8B-B14F-4D97-AF65-F5344CB8AC3E}">
        <p14:creationId xmlns:p14="http://schemas.microsoft.com/office/powerpoint/2010/main" val="2113135840"/>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lstStyle/>
          <a:p>
            <a:r>
              <a:rPr lang="de-DE"/>
              <a:t>Evaluation </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39"/>
            <a:ext cx="9755321" cy="2474689"/>
          </a:xfrm>
        </p:spPr>
        <p:txBody>
          <a:bodyPr vert="horz" lIns="91440" tIns="45720" rIns="91440" bIns="45720" rtlCol="0" anchor="t">
            <a:noAutofit/>
          </a:bodyPr>
          <a:lstStyle/>
          <a:p>
            <a:r>
              <a:rPr lang="de-DE" sz="2400"/>
              <a:t>Teilweise wenig AWS-Erfahrung, dennoch einige Features umgesetzt</a:t>
            </a:r>
          </a:p>
          <a:p>
            <a:r>
              <a:rPr lang="de-DE" sz="2400"/>
              <a:t>Hohe Entwicklungsgeschwindigkeit, vor allem durch </a:t>
            </a:r>
            <a:r>
              <a:rPr lang="de-DE" sz="2400" err="1"/>
              <a:t>Monorepo</a:t>
            </a:r>
            <a:endParaRPr lang="de-DE" sz="2400"/>
          </a:p>
          <a:p>
            <a:r>
              <a:rPr lang="de-DE" sz="2400"/>
              <a:t>Neue </a:t>
            </a:r>
            <a:r>
              <a:rPr lang="de-DE" sz="2400" err="1"/>
              <a:t>Erkentnisse</a:t>
            </a:r>
            <a:r>
              <a:rPr lang="de-DE" sz="2400"/>
              <a:t> beim Arbeiten mit Coding-Agenten</a:t>
            </a:r>
          </a:p>
          <a:p>
            <a:r>
              <a:rPr lang="de-DE" sz="2400"/>
              <a:t>KI als Unterstützung statt als Agent (z.B. Fragen beantworten)</a:t>
            </a:r>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15</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a:t>Was war </a:t>
            </a:r>
            <a:r>
              <a:rPr lang="en-US" sz="2800" i="1" err="1"/>
              <a:t>positiv</a:t>
            </a:r>
            <a:endParaRPr lang="en-US" sz="2800" i="1"/>
          </a:p>
        </p:txBody>
      </p:sp>
    </p:spTree>
    <p:extLst>
      <p:ext uri="{BB962C8B-B14F-4D97-AF65-F5344CB8AC3E}">
        <p14:creationId xmlns:p14="http://schemas.microsoft.com/office/powerpoint/2010/main" val="151088486"/>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3B5F-98C2-45B9-06AB-3AB20FF54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4DEED-3CCB-D499-E549-3C242CAF2B9D}"/>
              </a:ext>
            </a:extLst>
          </p:cNvPr>
          <p:cNvSpPr>
            <a:spLocks noGrp="1"/>
          </p:cNvSpPr>
          <p:nvPr>
            <p:ph type="title"/>
          </p:nvPr>
        </p:nvSpPr>
        <p:spPr/>
        <p:txBody>
          <a:bodyPr/>
          <a:lstStyle/>
          <a:p>
            <a:r>
              <a:rPr lang="de-DE"/>
              <a:t>Evaluation </a:t>
            </a:r>
          </a:p>
        </p:txBody>
      </p:sp>
      <p:sp>
        <p:nvSpPr>
          <p:cNvPr id="3" name="Content Placeholder 2">
            <a:extLst>
              <a:ext uri="{FF2B5EF4-FFF2-40B4-BE49-F238E27FC236}">
                <a16:creationId xmlns:a16="http://schemas.microsoft.com/office/drawing/2014/main" id="{4E5C1E3D-F28B-2706-BDF0-ACF95728E60D}"/>
              </a:ext>
            </a:extLst>
          </p:cNvPr>
          <p:cNvSpPr>
            <a:spLocks noGrp="1"/>
          </p:cNvSpPr>
          <p:nvPr>
            <p:ph idx="1"/>
          </p:nvPr>
        </p:nvSpPr>
        <p:spPr>
          <a:xfrm>
            <a:off x="808662" y="2621639"/>
            <a:ext cx="10744184" cy="3720393"/>
          </a:xfrm>
        </p:spPr>
        <p:txBody>
          <a:bodyPr vert="horz" lIns="91440" tIns="45720" rIns="91440" bIns="45720" rtlCol="0" anchor="t">
            <a:noAutofit/>
          </a:bodyPr>
          <a:lstStyle/>
          <a:p>
            <a:r>
              <a:rPr lang="de-DE" sz="2600"/>
              <a:t>Einmal KI nutzen -&gt; Blackbox und Abhängigkeit</a:t>
            </a:r>
          </a:p>
          <a:p>
            <a:r>
              <a:rPr lang="de-DE" sz="2600">
                <a:latin typeface="Avenir Next LT Pro Light"/>
              </a:rPr>
              <a:t>Explodieren </a:t>
            </a:r>
            <a:r>
              <a:rPr lang="de-DE" sz="2600" err="1">
                <a:latin typeface="Avenir Next LT Pro Light"/>
              </a:rPr>
              <a:t>Tokenkosten</a:t>
            </a:r>
            <a:r>
              <a:rPr lang="de-DE" sz="2600">
                <a:latin typeface="Avenir Next LT Pro Light"/>
              </a:rPr>
              <a:t>, vor allem wenn Agenten Fehler machen</a:t>
            </a:r>
          </a:p>
          <a:p>
            <a:r>
              <a:rPr lang="de-DE" sz="2600">
                <a:latin typeface="Avenir Next LT Pro Light"/>
              </a:rPr>
              <a:t>Lerneffekt kaum vorhanden -&gt; Programmierfreude am sinken</a:t>
            </a:r>
          </a:p>
          <a:p>
            <a:r>
              <a:rPr lang="de-DE" sz="2600"/>
              <a:t>Regeln wurden manchmal nicht eingehalten von der KI -&gt; großes Problem bei </a:t>
            </a:r>
            <a:r>
              <a:rPr lang="de-DE" sz="2600" err="1"/>
              <a:t>Produkionsumgebungen</a:t>
            </a:r>
          </a:p>
          <a:p>
            <a:endParaRPr lang="de-DE" sz="2600"/>
          </a:p>
          <a:p>
            <a:endParaRPr lang="de-DE" sz="2600"/>
          </a:p>
        </p:txBody>
      </p:sp>
      <p:sp>
        <p:nvSpPr>
          <p:cNvPr id="4" name="Date Placeholder 3">
            <a:extLst>
              <a:ext uri="{FF2B5EF4-FFF2-40B4-BE49-F238E27FC236}">
                <a16:creationId xmlns:a16="http://schemas.microsoft.com/office/drawing/2014/main" id="{56F66C90-0721-8255-6EC4-FA79469D33F4}"/>
              </a:ext>
            </a:extLst>
          </p:cNvPr>
          <p:cNvSpPr>
            <a:spLocks noGrp="1"/>
          </p:cNvSpPr>
          <p:nvPr>
            <p:ph type="dt" sz="half" idx="10"/>
          </p:nvPr>
        </p:nvSpPr>
        <p:spPr/>
        <p:txBody>
          <a:bodyPr/>
          <a:lstStyle/>
          <a:p>
            <a:fld id="{4E1A8F78-F41D-411E-95B1-3ED8A035B595}" type="datetime1">
              <a:rPr lang="en-US" smtClean="0"/>
              <a:t>7/16/2026</a:t>
            </a:fld>
            <a:endParaRPr lang="en-US"/>
          </a:p>
        </p:txBody>
      </p:sp>
      <p:sp>
        <p:nvSpPr>
          <p:cNvPr id="5" name="Footer Placeholder 4">
            <a:extLst>
              <a:ext uri="{FF2B5EF4-FFF2-40B4-BE49-F238E27FC236}">
                <a16:creationId xmlns:a16="http://schemas.microsoft.com/office/drawing/2014/main" id="{9600B654-40F8-8C36-8783-1A0F5DB3D76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D31C21F-8CC2-D428-A57B-C1691B2AC7C8}"/>
              </a:ext>
            </a:extLst>
          </p:cNvPr>
          <p:cNvSpPr>
            <a:spLocks noGrp="1"/>
          </p:cNvSpPr>
          <p:nvPr>
            <p:ph type="sldNum" sz="quarter" idx="12"/>
          </p:nvPr>
        </p:nvSpPr>
        <p:spPr/>
        <p:txBody>
          <a:bodyPr/>
          <a:lstStyle/>
          <a:p>
            <a:fld id="{8DFDE724-0293-4953-AE9D-4D814FA589B0}" type="slidenum">
              <a:rPr lang="en-US" smtClean="0"/>
              <a:t>16</a:t>
            </a:fld>
            <a:endParaRPr lang="en-US"/>
          </a:p>
        </p:txBody>
      </p:sp>
      <p:sp>
        <p:nvSpPr>
          <p:cNvPr id="7" name="TextBox 6">
            <a:extLst>
              <a:ext uri="{FF2B5EF4-FFF2-40B4-BE49-F238E27FC236}">
                <a16:creationId xmlns:a16="http://schemas.microsoft.com/office/drawing/2014/main" id="{2327763B-B7D0-3553-16B4-7223B9156852}"/>
              </a:ext>
            </a:extLst>
          </p:cNvPr>
          <p:cNvSpPr txBox="1"/>
          <p:nvPr/>
        </p:nvSpPr>
        <p:spPr>
          <a:xfrm>
            <a:off x="806486" y="1759865"/>
            <a:ext cx="4274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i="1"/>
              <a:t>Was war </a:t>
            </a:r>
            <a:r>
              <a:rPr lang="en-US" sz="2800" i="1" err="1"/>
              <a:t>negativ</a:t>
            </a:r>
            <a:endParaRPr lang="en-US" sz="2800" i="1"/>
          </a:p>
        </p:txBody>
      </p:sp>
    </p:spTree>
    <p:extLst>
      <p:ext uri="{BB962C8B-B14F-4D97-AF65-F5344CB8AC3E}">
        <p14:creationId xmlns:p14="http://schemas.microsoft.com/office/powerpoint/2010/main" val="3182987004"/>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F5A5-21DA-63AA-53B0-17E900C12A9B}"/>
              </a:ext>
            </a:extLst>
          </p:cNvPr>
          <p:cNvSpPr>
            <a:spLocks noGrp="1"/>
          </p:cNvSpPr>
          <p:nvPr>
            <p:ph type="title"/>
          </p:nvPr>
        </p:nvSpPr>
        <p:spPr/>
        <p:txBody>
          <a:bodyPr>
            <a:normAutofit/>
          </a:bodyPr>
          <a:lstStyle/>
          <a:p>
            <a:r>
              <a:rPr lang="en-US"/>
              <a:t>Fazit &amp; </a:t>
            </a:r>
            <a:r>
              <a:rPr lang="en-US" err="1"/>
              <a:t>Ausblick</a:t>
            </a:r>
          </a:p>
        </p:txBody>
      </p:sp>
      <p:sp>
        <p:nvSpPr>
          <p:cNvPr id="3" name="Content Placeholder 2">
            <a:extLst>
              <a:ext uri="{FF2B5EF4-FFF2-40B4-BE49-F238E27FC236}">
                <a16:creationId xmlns:a16="http://schemas.microsoft.com/office/drawing/2014/main" id="{718F39FF-C138-A971-7560-DB6D4C010682}"/>
              </a:ext>
            </a:extLst>
          </p:cNvPr>
          <p:cNvSpPr>
            <a:spLocks noGrp="1"/>
          </p:cNvSpPr>
          <p:nvPr>
            <p:ph idx="1"/>
          </p:nvPr>
        </p:nvSpPr>
        <p:spPr/>
        <p:txBody>
          <a:bodyPr vert="horz" lIns="91440" tIns="45720" rIns="91440" bIns="45720" rtlCol="0" anchor="t">
            <a:noAutofit/>
          </a:bodyPr>
          <a:lstStyle/>
          <a:p>
            <a:pPr marL="0" indent="0">
              <a:buNone/>
            </a:pPr>
            <a:r>
              <a:rPr lang="en-US" sz="2400" b="1" i="1" err="1"/>
              <a:t>Fazit</a:t>
            </a:r>
            <a:endParaRPr lang="en-US" sz="2400" b="1" i="1"/>
          </a:p>
          <a:p>
            <a:pPr marL="457200" indent="-457200"/>
            <a:r>
              <a:rPr lang="en-US" sz="2400" err="1"/>
              <a:t>Ziele</a:t>
            </a:r>
            <a:r>
              <a:rPr lang="en-US" sz="2400"/>
              <a:t> </a:t>
            </a:r>
            <a:r>
              <a:rPr lang="en-US" sz="2400" err="1"/>
              <a:t>größtenteils</a:t>
            </a:r>
            <a:r>
              <a:rPr lang="en-US" sz="2400"/>
              <a:t> </a:t>
            </a:r>
            <a:r>
              <a:rPr lang="en-US" sz="2400" err="1"/>
              <a:t>erreicht</a:t>
            </a:r>
            <a:r>
              <a:rPr lang="en-US" sz="2400"/>
              <a:t> + </a:t>
            </a:r>
            <a:r>
              <a:rPr lang="en-US" sz="2400" err="1"/>
              <a:t>Erfahrung</a:t>
            </a:r>
            <a:r>
              <a:rPr lang="en-US" sz="2400"/>
              <a:t> </a:t>
            </a:r>
            <a:r>
              <a:rPr lang="en-US" sz="2400" err="1"/>
              <a:t>mit</a:t>
            </a:r>
            <a:r>
              <a:rPr lang="en-US" sz="2400"/>
              <a:t> KI-</a:t>
            </a:r>
            <a:r>
              <a:rPr lang="en-US" sz="2400" err="1"/>
              <a:t>Werkzeug</a:t>
            </a:r>
            <a:r>
              <a:rPr lang="en-US" sz="2400"/>
              <a:t> </a:t>
            </a:r>
            <a:r>
              <a:rPr lang="en-US" sz="2400" err="1"/>
              <a:t>gewonnen</a:t>
            </a:r>
            <a:endParaRPr lang="en-US" sz="2400"/>
          </a:p>
          <a:p>
            <a:pPr marL="0" indent="0">
              <a:buNone/>
            </a:pPr>
            <a:r>
              <a:rPr lang="en-US" sz="2400" b="1" i="1" err="1"/>
              <a:t>Ausblick</a:t>
            </a:r>
            <a:endParaRPr lang="en-US" sz="2400" b="1" i="1"/>
          </a:p>
          <a:p>
            <a:pPr marL="342900" indent="-342900"/>
            <a:r>
              <a:rPr lang="en-US" sz="2400"/>
              <a:t>PDF Annotations </a:t>
            </a:r>
            <a:r>
              <a:rPr lang="en-US" sz="2400" err="1"/>
              <a:t>im</a:t>
            </a:r>
            <a:r>
              <a:rPr lang="en-US" sz="2400"/>
              <a:t> Browser, </a:t>
            </a:r>
            <a:r>
              <a:rPr lang="en-US" sz="2400" err="1"/>
              <a:t>weitere</a:t>
            </a:r>
            <a:r>
              <a:rPr lang="en-US" sz="2400"/>
              <a:t> </a:t>
            </a:r>
            <a:r>
              <a:rPr lang="en-US" sz="2400" err="1"/>
              <a:t>Dateiformate</a:t>
            </a:r>
            <a:r>
              <a:rPr lang="en-US" sz="2400"/>
              <a:t>, </a:t>
            </a:r>
            <a:r>
              <a:rPr lang="en-US" sz="2400" err="1"/>
              <a:t>Statistik</a:t>
            </a:r>
            <a:r>
              <a:rPr lang="en-US" sz="2400"/>
              <a:t> Service</a:t>
            </a:r>
          </a:p>
          <a:p>
            <a:pPr marL="342900" indent="-342900"/>
            <a:r>
              <a:rPr lang="en-US" sz="2400"/>
              <a:t>Multi-Availability-Zone, Provisioned Concurrency für Lambda-Proxies</a:t>
            </a:r>
          </a:p>
          <a:p>
            <a:pPr marL="342900" indent="-342900"/>
            <a:r>
              <a:rPr lang="en-US" sz="2400"/>
              <a:t>Pub/Sub-Backend</a:t>
            </a:r>
          </a:p>
          <a:p>
            <a:pPr marL="342900" indent="-342900"/>
            <a:r>
              <a:rPr lang="en-US" sz="2400"/>
              <a:t>KI </a:t>
            </a:r>
            <a:r>
              <a:rPr lang="en-US" sz="2400" err="1"/>
              <a:t>Prozess</a:t>
            </a:r>
            <a:r>
              <a:rPr lang="en-US" sz="2400"/>
              <a:t> </a:t>
            </a:r>
            <a:r>
              <a:rPr lang="en-US" sz="2400" err="1"/>
              <a:t>verbessern</a:t>
            </a:r>
            <a:r>
              <a:rPr lang="en-US" sz="2400"/>
              <a:t> + </a:t>
            </a:r>
            <a:r>
              <a:rPr lang="en-US" sz="2400" err="1"/>
              <a:t>Kostenoptimierung</a:t>
            </a:r>
            <a:endParaRPr lang="en-US" sz="2400"/>
          </a:p>
        </p:txBody>
      </p:sp>
      <p:sp>
        <p:nvSpPr>
          <p:cNvPr id="4" name="Date Placeholder 3">
            <a:extLst>
              <a:ext uri="{FF2B5EF4-FFF2-40B4-BE49-F238E27FC236}">
                <a16:creationId xmlns:a16="http://schemas.microsoft.com/office/drawing/2014/main" id="{5C35490A-919D-1C42-0238-5DDC0710A8C0}"/>
              </a:ext>
            </a:extLst>
          </p:cNvPr>
          <p:cNvSpPr>
            <a:spLocks noGrp="1"/>
          </p:cNvSpPr>
          <p:nvPr>
            <p:ph type="dt" sz="half" idx="10"/>
          </p:nvPr>
        </p:nvSpPr>
        <p:spPr/>
        <p:txBody>
          <a:bodyPr/>
          <a:lstStyle/>
          <a:p>
            <a:fld id="{0552D42B-5244-47E7-80D5-896D230521D4}" type="datetime1">
              <a:t>16.07.2026</a:t>
            </a:fld>
            <a:endParaRPr lang="en-US"/>
          </a:p>
        </p:txBody>
      </p:sp>
      <p:sp>
        <p:nvSpPr>
          <p:cNvPr id="5" name="Footer Placeholder 4">
            <a:extLst>
              <a:ext uri="{FF2B5EF4-FFF2-40B4-BE49-F238E27FC236}">
                <a16:creationId xmlns:a16="http://schemas.microsoft.com/office/drawing/2014/main" id="{A115BCE3-D4D0-2304-85E5-94BD1040509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079BF40-8775-B4D1-6AF8-2B0294D1BB6F}"/>
              </a:ext>
            </a:extLst>
          </p:cNvPr>
          <p:cNvSpPr>
            <a:spLocks noGrp="1"/>
          </p:cNvSpPr>
          <p:nvPr>
            <p:ph type="sldNum" sz="quarter" idx="12"/>
          </p:nvPr>
        </p:nvSpPr>
        <p:spPr/>
        <p:txBody>
          <a:bodyPr/>
          <a:lstStyle/>
          <a:p>
            <a:fld id="{8DFDE724-0293-4953-AE9D-4D814FA589B0}" type="slidenum">
              <a:rPr lang="en-US" dirty="0"/>
              <a:t>17</a:t>
            </a:fld>
            <a:endParaRPr lang="en-US"/>
          </a:p>
        </p:txBody>
      </p:sp>
    </p:spTree>
    <p:extLst>
      <p:ext uri="{BB962C8B-B14F-4D97-AF65-F5344CB8AC3E}">
        <p14:creationId xmlns:p14="http://schemas.microsoft.com/office/powerpoint/2010/main" val="4133599668"/>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VeniceBeachVTI">
  <a:themeElements>
    <a:clrScheme name="VeniceBeachVTI">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VeniceBeachVTI">
      <a:majorFont>
        <a:latin typeface="Avenir Next LT Pro Light"/>
        <a:ea typeface=""/>
        <a:cs typeface=""/>
      </a:majorFont>
      <a:minorFont>
        <a:latin typeface="Avenir Next LT Pro"/>
        <a:ea typeface=""/>
        <a:cs typeface=""/>
      </a:minorFont>
    </a:fontScheme>
    <a:fmtScheme name="VeniceBeac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54706E44-6516-4822-8F8F-6BA182D64AC9}" vid="{F71BAAD1-41E5-4D56-97E1-12A04B86E57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7e17772-ffe8-4dfa-b27a-59809b52a66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21D9A215BA754F90828100E3B2E725" ma:contentTypeVersion="5" ma:contentTypeDescription="Create a new document." ma:contentTypeScope="" ma:versionID="c37c2fb967d3cb3cd1af986d4b800199">
  <xsd:schema xmlns:xsd="http://www.w3.org/2001/XMLSchema" xmlns:xs="http://www.w3.org/2001/XMLSchema" xmlns:p="http://schemas.microsoft.com/office/2006/metadata/properties" xmlns:ns3="67e17772-ffe8-4dfa-b27a-59809b52a662" targetNamespace="http://schemas.microsoft.com/office/2006/metadata/properties" ma:root="true" ma:fieldsID="d8605993f35eb100c6905b21765883ea" ns3:_="">
    <xsd:import namespace="67e17772-ffe8-4dfa-b27a-59809b52a66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e17772-ffe8-4dfa-b27a-59809b52a66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492E85-21F1-4700-9831-E057494733E2}">
  <ds:schemaRefs>
    <ds:schemaRef ds:uri="67e17772-ffe8-4dfa-b27a-59809b52a662"/>
    <ds:schemaRef ds:uri="http://purl.org/dc/elements/1.1/"/>
    <ds:schemaRef ds:uri="http://schemas.microsoft.com/office/2006/documentManagement/types"/>
    <ds:schemaRef ds:uri="http://purl.org/dc/dcmitype/"/>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AB5F763-AAA8-44FE-84CE-54538623E233}">
  <ds:schemaRefs>
    <ds:schemaRef ds:uri="http://schemas.microsoft.com/sharepoint/v3/contenttype/forms"/>
  </ds:schemaRefs>
</ds:datastoreItem>
</file>

<file path=customXml/itemProps3.xml><?xml version="1.0" encoding="utf-8"?>
<ds:datastoreItem xmlns:ds="http://schemas.openxmlformats.org/officeDocument/2006/customXml" ds:itemID="{4ABABFDF-849D-43A2-A064-CD551B52E916}">
  <ds:schemaRefs>
    <ds:schemaRef ds:uri="67e17772-ffe8-4dfa-b27a-59809b52a66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TM10001105[[fn=Ausschnitt]]</Template>
  <TotalTime>0</TotalTime>
  <Words>538</Words>
  <Application>Microsoft Office PowerPoint</Application>
  <PresentationFormat>Breitbild</PresentationFormat>
  <Paragraphs>160</Paragraphs>
  <Slides>17</Slides>
  <Notes>2</Notes>
  <HiddenSlides>0</HiddenSlides>
  <MMClips>0</MMClips>
  <ScaleCrop>false</ScaleCrop>
  <HeadingPairs>
    <vt:vector size="4" baseType="variant">
      <vt:variant>
        <vt:lpstr>Design</vt:lpstr>
      </vt:variant>
      <vt:variant>
        <vt:i4>1</vt:i4>
      </vt:variant>
      <vt:variant>
        <vt:lpstr>Folientitel</vt:lpstr>
      </vt:variant>
      <vt:variant>
        <vt:i4>17</vt:i4>
      </vt:variant>
    </vt:vector>
  </HeadingPairs>
  <TitlesOfParts>
    <vt:vector size="18" baseType="lpstr">
      <vt:lpstr>VeniceBeachVTI</vt:lpstr>
      <vt:lpstr>PowerPoint-Präsentation</vt:lpstr>
      <vt:lpstr>Inhalt</vt:lpstr>
      <vt:lpstr>Projektvorhaben</vt:lpstr>
      <vt:lpstr>Features</vt:lpstr>
      <vt:lpstr>Softwarearchitektur</vt:lpstr>
      <vt:lpstr>Softwarearchitektur</vt:lpstr>
      <vt:lpstr>Softwarearchitektur</vt:lpstr>
      <vt:lpstr>Softwarearchitektur</vt:lpstr>
      <vt:lpstr>Softwarearchitektur</vt:lpstr>
      <vt:lpstr>Softwarearchitektur</vt:lpstr>
      <vt:lpstr>Implementierung</vt:lpstr>
      <vt:lpstr>Implementierung </vt:lpstr>
      <vt:lpstr>Deployment</vt:lpstr>
      <vt:lpstr>Deployment</vt:lpstr>
      <vt:lpstr>Evaluation </vt:lpstr>
      <vt:lpstr>Evaluation </vt:lpstr>
      <vt:lpstr>Fazit &amp; Ausblick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Chiara Musulinaro</dc:creator>
  <cp:lastModifiedBy>Marcel Ossig</cp:lastModifiedBy>
  <cp:revision>3</cp:revision>
  <dcterms:created xsi:type="dcterms:W3CDTF">2026-04-30T14:54:38Z</dcterms:created>
  <dcterms:modified xsi:type="dcterms:W3CDTF">2026-07-16T15:39:36Z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0x0101008721D9A215BA754F90828100E3B2E725</vt:lpwstr>
  </property>
</Properties>
</file>